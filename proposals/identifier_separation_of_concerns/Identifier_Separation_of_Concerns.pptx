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76" r:id="rId2"/>
    <p:sldMasterId id="2147483698" r:id="rId3"/>
  </p:sldMasterIdLst>
  <p:notesMasterIdLst>
    <p:notesMasterId r:id="rId33"/>
  </p:notesMasterIdLst>
  <p:sldIdLst>
    <p:sldId id="256" r:id="rId32"/>
    <p:sldId id="257" r:id="rId31"/>
    <p:sldId id="258" r:id="rId30"/>
    <p:sldId id="259" r:id="rId29"/>
    <p:sldId id="260" r:id="rId28"/>
    <p:sldId id="261" r:id="rId27"/>
    <p:sldId id="262" r:id="rId26"/>
    <p:sldId id="263" r:id="rId25"/>
    <p:sldId id="264" r:id="rId24"/>
    <p:sldId id="265" r:id="rId23"/>
    <p:sldId id="266" r:id="rId22"/>
    <p:sldId id="267" r:id="rId21"/>
    <p:sldId id="268" r:id="rId20"/>
    <p:sldId id="269" r:id="rId19"/>
    <p:sldId id="270" r:id="rId18"/>
    <p:sldId id="271" r:id="rId17"/>
    <p:sldId id="272" r:id="rId16"/>
  </p:sldIdLst>
  <p:sldSz cx="36576000" cy="20574000"/>
  <p:notesSz cx="6858000" cy="9144000"/>
  <p:embeddedFontLst>
    <p:embeddedFont>
      <p:font typeface="Montserrat" pitchFamily="2" charset="77"/>
      <p:regular r:id="rId34"/>
      <p:bold r:id="rId35"/>
      <p:italic r:id="rId36"/>
      <p:boldItalic r:id="rId37"/>
    </p:embeddedFont>
    <p:embeddedFont>
      <p:font typeface="Montserrat Light" panose="00000400000000000000" pitchFamily="2" charset="77"/>
      <p:regular r:id="rId38"/>
      <p:bold r:id="rId39"/>
      <p:italic r:id="rId40"/>
      <p:boldItalic r:id="rId41"/>
    </p:embeddedFont>
    <p:embeddedFont>
      <p:font typeface="Montserrat Medium" panose="00000600000000000000" pitchFamily="2" charset="77"/>
      <p:regular r:id="rId42"/>
      <p:bold r:id="rId43"/>
      <p:italic r:id="rId44"/>
      <p:boldItalic r:id="rId45"/>
    </p:embeddedFont>
    <p:embeddedFont>
      <p:font typeface="Montserrat SemiBold" panose="00000700000000000000" pitchFamily="2" charset="77"/>
      <p:regular r:id="rId46"/>
      <p:bold r:id="rId47"/>
      <p:italic r:id="rId48"/>
      <p:boldItalic r:id="rId49"/>
    </p:embeddedFont>
    <p:embeddedFont>
      <p:font typeface="NVIDIA Sans" panose="020B0503020203020204" pitchFamily="34" charset="0"/>
      <p:regular r:id="rId50"/>
      <p:bold r:id="rId51"/>
      <p:italic r:id="rId52"/>
      <p:boldItalic r:id="rId53"/>
    </p:embeddedFont>
    <p:embeddedFont>
      <p:font typeface="Poppins" pitchFamily="2" charset="77"/>
      <p:regular r:id="rId54"/>
      <p:bold r:id="rId55"/>
      <p:italic r:id="rId56"/>
      <p:boldItalic r:id="rId57"/>
    </p:embeddedFont>
    <p:embeddedFont>
      <p:font typeface="Trebuchet MS" panose="020B0703020202090204" pitchFamily="34" charset="0"/>
      <p:regular r:id="rId58"/>
      <p:bold r:id="rId59"/>
      <p: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080">
          <p15:clr>
            <a:srgbClr val="A4A3A4"/>
          </p15:clr>
        </p15:guide>
        <p15:guide id="2" pos="11520">
          <p15:clr>
            <a:srgbClr val="A4A3A4"/>
          </p15:clr>
        </p15:guide>
        <p15:guide id="3" pos="446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hJLdtI4iUHmR3KlsQNbn6k3CdbZ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a Mahoney US" initials="" lastIdx="1" clrIdx="0"/>
  <p:cmAuthor id="1" name="Nora Anwar" initials="" lastIdx="1" clrIdx="1"/>
  <p:cmAuthor id="2" name="Aaron Lu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A8E35A-C13F-420B-96F5-A6081AC7201C}">
  <a:tblStyle styleId="{14A8E35A-C13F-420B-96F5-A6081AC720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48" d="100"/>
          <a:sy n="48" d="100"/>
        </p:scale>
        <p:origin x="1224" y="272"/>
      </p:cViewPr>
      <p:guideLst>
        <p:guide orient="horz" pos="10080"/>
        <p:guide pos="11520"/>
        <p:guide pos="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6" Type="http://schemas.openxmlformats.org/officeDocument/2006/relationships/slide" Target="slides/slide17.xml"/><Relationship Id="rId17" Type="http://schemas.openxmlformats.org/officeDocument/2006/relationships/slide" Target="slides/slide16.xml"/><Relationship Id="rId18" Type="http://schemas.openxmlformats.org/officeDocument/2006/relationships/slide" Target="slides/slide15.xml"/><Relationship Id="rId19" Type="http://schemas.openxmlformats.org/officeDocument/2006/relationships/slide" Target="slides/slide14.xml"/><Relationship Id="rId20" Type="http://schemas.openxmlformats.org/officeDocument/2006/relationships/slide" Target="slides/slide13.xml"/><Relationship Id="rId21" Type="http://schemas.openxmlformats.org/officeDocument/2006/relationships/slide" Target="slides/slide12.xml"/><Relationship Id="rId22" Type="http://schemas.openxmlformats.org/officeDocument/2006/relationships/slide" Target="slides/slide11.xml"/><Relationship Id="rId23" Type="http://schemas.openxmlformats.org/officeDocument/2006/relationships/slide" Target="slides/slide10.xml"/><Relationship Id="rId24" Type="http://schemas.openxmlformats.org/officeDocument/2006/relationships/slide" Target="slides/slide9.xml"/><Relationship Id="rId25" Type="http://schemas.openxmlformats.org/officeDocument/2006/relationships/slide" Target="slides/slide8.xml"/><Relationship Id="rId26" Type="http://schemas.openxmlformats.org/officeDocument/2006/relationships/slide" Target="slides/slide7.xml"/><Relationship Id="rId27" Type="http://schemas.openxmlformats.org/officeDocument/2006/relationships/slide" Target="slides/slide6.xml"/><Relationship Id="rId28" Type="http://schemas.openxmlformats.org/officeDocument/2006/relationships/slide" Target="slides/slide5.xml"/><Relationship Id="rId29" Type="http://schemas.openxmlformats.org/officeDocument/2006/relationships/slide" Target="slides/slide4.xml"/><Relationship Id="rId30" Type="http://schemas.openxmlformats.org/officeDocument/2006/relationships/slide" Target="slides/slide3.xml"/><Relationship Id="rId31" Type="http://schemas.openxmlformats.org/officeDocument/2006/relationships/slide" Target="slides/slide2.xml"/><Relationship Id="rId32" Type="http://schemas.openxmlformats.org/officeDocument/2006/relationships/slide" Target="slides/slide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Relationship Id="rId42" Type="http://schemas.openxmlformats.org/officeDocument/2006/relationships/font" Target="fonts/font9.fntdata"/><Relationship Id="rId43" Type="http://schemas.openxmlformats.org/officeDocument/2006/relationships/font" Target="fonts/font10.fntdata"/><Relationship Id="rId44" Type="http://schemas.openxmlformats.org/officeDocument/2006/relationships/font" Target="fonts/font11.fntdata"/><Relationship Id="rId45" Type="http://schemas.openxmlformats.org/officeDocument/2006/relationships/font" Target="fonts/font12.fntdata"/><Relationship Id="rId46" Type="http://schemas.openxmlformats.org/officeDocument/2006/relationships/font" Target="fonts/font13.fntdata"/><Relationship Id="rId47" Type="http://schemas.openxmlformats.org/officeDocument/2006/relationships/font" Target="fonts/font14.fntdata"/><Relationship Id="rId48" Type="http://schemas.openxmlformats.org/officeDocument/2006/relationships/font" Target="fonts/font15.fntdata"/><Relationship Id="rId49" Type="http://schemas.openxmlformats.org/officeDocument/2006/relationships/font" Target="fonts/font16.fntdata"/><Relationship Id="rId50" Type="http://schemas.openxmlformats.org/officeDocument/2006/relationships/font" Target="fonts/font17.fntdata"/><Relationship Id="rId51" Type="http://schemas.openxmlformats.org/officeDocument/2006/relationships/font" Target="fonts/font18.fntdata"/><Relationship Id="rId52" Type="http://schemas.openxmlformats.org/officeDocument/2006/relationships/font" Target="fonts/font19.fntdata"/><Relationship Id="rId53" Type="http://schemas.openxmlformats.org/officeDocument/2006/relationships/font" Target="fonts/font20.fntdata"/><Relationship Id="rId54" Type="http://schemas.openxmlformats.org/officeDocument/2006/relationships/font" Target="fonts/font21.fntdata"/><Relationship Id="rId55" Type="http://schemas.openxmlformats.org/officeDocument/2006/relationships/font" Target="fonts/font22.fntdata"/><Relationship Id="rId56" Type="http://schemas.openxmlformats.org/officeDocument/2006/relationships/font" Target="fonts/font23.fntdata"/><Relationship Id="rId57" Type="http://schemas.openxmlformats.org/officeDocument/2006/relationships/font" Target="fonts/font24.fntdata"/><Relationship Id="rId58" Type="http://schemas.openxmlformats.org/officeDocument/2006/relationships/font" Target="fonts/font25.fntdata"/><Relationship Id="rId59" Type="http://schemas.openxmlformats.org/officeDocument/2006/relationships/font" Target="fonts/font26.fntdata"/><Relationship Id="rId60" Type="http://schemas.openxmlformats.org/officeDocument/2006/relationships/font" Target="fonts/font27.fntdata"/><Relationship Id="rId61" Type="http://customschemas.google.com/relationships/presentationmetadata" Target="metadata"/><Relationship Id="rId62" Type="http://schemas.openxmlformats.org/officeDocument/2006/relationships/commentAuthors" Target="commentAuthors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13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8"/>
          <p:cNvSpPr txBox="1">
            <a:spLocks noGrp="1"/>
          </p:cNvSpPr>
          <p:nvPr>
            <p:ph type="ctrTitle"/>
          </p:nvPr>
        </p:nvSpPr>
        <p:spPr>
          <a:xfrm>
            <a:off x="1513011" y="13704918"/>
            <a:ext cx="274320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Montserrat SemiBold"/>
              <a:buNone/>
              <a:defRPr sz="8799" b="1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subTitle" idx="1"/>
          </p:nvPr>
        </p:nvSpPr>
        <p:spPr>
          <a:xfrm>
            <a:off x="1513011" y="18663066"/>
            <a:ext cx="27432000" cy="170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19" name="Google Shape;19;p28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562" y="2984109"/>
            <a:ext cx="8054907" cy="211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BG Image">
  <p:cSld name="No BG Imag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99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0" descr="A close-up of a triang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1473867" y="1865235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7998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7998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7998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7998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1" cap="none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▪"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6354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878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933"/>
              <a:buFont typeface="Noto Sans Symbols"/>
              <a:buChar char="▪"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2"/>
          <p:cNvGrpSpPr/>
          <p:nvPr/>
        </p:nvGrpSpPr>
        <p:grpSpPr>
          <a:xfrm>
            <a:off x="-252" y="20094"/>
            <a:ext cx="36576252" cy="20574000"/>
            <a:chOff x="-252" y="20094"/>
            <a:chExt cx="36576251" cy="20574000"/>
          </a:xfrm>
        </p:grpSpPr>
        <p:pic>
          <p:nvPicPr>
            <p:cNvPr id="32" name="Google Shape;32;p32" descr="A close-up of a glass panel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246530" y="20094"/>
              <a:ext cx="18329469" cy="2057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32" descr="A close-up of a glass panel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-252" y="20094"/>
              <a:ext cx="18277406" cy="2057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ullets 1">
  <p:cSld name="Title, Sub, Bullets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247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4313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1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6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body" idx="3"/>
          </p:nvPr>
        </p:nvSpPr>
        <p:spPr>
          <a:xfrm>
            <a:off x="18845784" y="4846320"/>
            <a:ext cx="15215616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_Subtitle">
  <p:cSld name="2_Title_Subtitl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1" cap="none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_Title, Subtitle, Bullets">
  <p:cSld name="CODING_Title, Subtitle, Bulle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bg>
      <p:bgPr>
        <a:solidFill>
          <a:srgbClr val="02376C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37" descr="A blue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body" idx="1"/>
          </p:nvPr>
        </p:nvSpPr>
        <p:spPr>
          <a:xfrm>
            <a:off x="7634266" y="10772009"/>
            <a:ext cx="22733877" cy="547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513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513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title"/>
          </p:nvPr>
        </p:nvSpPr>
        <p:spPr>
          <a:xfrm>
            <a:off x="7634270" y="9024770"/>
            <a:ext cx="22733877" cy="1754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3"/>
              <a:buFont typeface="Montserrat SemiBold"/>
              <a:buNone/>
              <a:defRPr sz="9999" b="0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40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3150" y="6248046"/>
            <a:ext cx="2357259" cy="23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1_Two Colum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1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6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body" idx="3"/>
          </p:nvPr>
        </p:nvSpPr>
        <p:spPr>
          <a:xfrm>
            <a:off x="18845784" y="4846320"/>
            <a:ext cx="15215616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Coding">
  <p:cSld name="CONFIDENTIAL_Coding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" name="Google Shape;72;p42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3" name="Google Shape;73;p42"/>
          <p:cNvSpPr txBox="1"/>
          <p:nvPr/>
        </p:nvSpPr>
        <p:spPr>
          <a:xfrm>
            <a:off x="708486" y="19635786"/>
            <a:ext cx="7450116" cy="63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75" tIns="137100" rIns="274275" bIns="137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7"/>
              <a:buFont typeface="Montserrat Medium"/>
              <a:buNone/>
            </a:pPr>
            <a:r>
              <a:rPr lang="en-US" sz="23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AOUSD CONFIDENTIAL. DO NOT DISTRIBUTE.</a:t>
            </a:r>
            <a:endParaRPr sz="5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Two Column">
  <p:cSld name="CONFIDENTIAL_Two Colum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6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3"/>
          </p:nvPr>
        </p:nvSpPr>
        <p:spPr>
          <a:xfrm>
            <a:off x="18845784" y="4846320"/>
            <a:ext cx="15215616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0" name="Google Shape;80;p43"/>
          <p:cNvSpPr txBox="1"/>
          <p:nvPr/>
        </p:nvSpPr>
        <p:spPr>
          <a:xfrm>
            <a:off x="708486" y="19635786"/>
            <a:ext cx="7450116" cy="63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75" tIns="137100" rIns="274275" bIns="137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7"/>
              <a:buFont typeface="Montserrat Medium"/>
              <a:buNone/>
            </a:pPr>
            <a:r>
              <a:rPr lang="en-US" sz="23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AOUSD CONFIDENTIAL. DO NOT DISTRIBUTE.</a:t>
            </a:r>
            <a:endParaRPr sz="5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- Text Left">
  <p:cSld name="Image Right - Text Lef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4"/>
          <p:cNvSpPr txBox="1">
            <a:spLocks noGrp="1"/>
          </p:cNvSpPr>
          <p:nvPr>
            <p:ph type="title"/>
          </p:nvPr>
        </p:nvSpPr>
        <p:spPr>
          <a:xfrm>
            <a:off x="2596896" y="429066"/>
            <a:ext cx="14639544" cy="336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body" idx="1"/>
          </p:nvPr>
        </p:nvSpPr>
        <p:spPr>
          <a:xfrm>
            <a:off x="2596896" y="698820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" name="Google Shape;85;p44"/>
          <p:cNvSpPr txBox="1">
            <a:spLocks noGrp="1"/>
          </p:cNvSpPr>
          <p:nvPr>
            <p:ph type="body" idx="2"/>
          </p:nvPr>
        </p:nvSpPr>
        <p:spPr>
          <a:xfrm>
            <a:off x="2596896" y="3858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6" name="Google Shape;86;p44"/>
          <p:cNvCxnSpPr/>
          <p:nvPr/>
        </p:nvCxnSpPr>
        <p:spPr>
          <a:xfrm>
            <a:off x="0" y="5693229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44"/>
          <p:cNvSpPr/>
          <p:nvPr/>
        </p:nvSpPr>
        <p:spPr>
          <a:xfrm>
            <a:off x="33517499" y="19107815"/>
            <a:ext cx="3058509" cy="14661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74275" tIns="137100" rIns="274275" bIns="1371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</a:pPr>
            <a:endParaRPr sz="3999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44"/>
          <p:cNvSpPr>
            <a:spLocks noGrp="1"/>
          </p:cNvSpPr>
          <p:nvPr>
            <p:ph type="pic" idx="3"/>
          </p:nvPr>
        </p:nvSpPr>
        <p:spPr>
          <a:xfrm>
            <a:off x="20162838" y="0"/>
            <a:ext cx="16413162" cy="205740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">
  <p:cSld name="Image Left - Text Righ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5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2" cy="20574000"/>
          </a:xfrm>
          <a:prstGeom prst="rect">
            <a:avLst/>
          </a:prstGeom>
          <a:solidFill>
            <a:schemeClr val="dk1">
              <a:alpha val="60000"/>
            </a:scheme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5"/>
          <p:cNvSpPr txBox="1">
            <a:spLocks noGrp="1"/>
          </p:cNvSpPr>
          <p:nvPr>
            <p:ph type="title"/>
          </p:nvPr>
        </p:nvSpPr>
        <p:spPr>
          <a:xfrm>
            <a:off x="19129248" y="429066"/>
            <a:ext cx="14639544" cy="336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5"/>
          <p:cNvSpPr txBox="1">
            <a:spLocks noGrp="1"/>
          </p:cNvSpPr>
          <p:nvPr>
            <p:ph type="body" idx="1"/>
          </p:nvPr>
        </p:nvSpPr>
        <p:spPr>
          <a:xfrm>
            <a:off x="19129248" y="698820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4" name="Google Shape;94;p45"/>
          <p:cNvSpPr txBox="1">
            <a:spLocks noGrp="1"/>
          </p:cNvSpPr>
          <p:nvPr>
            <p:ph type="body" idx="3"/>
          </p:nvPr>
        </p:nvSpPr>
        <p:spPr>
          <a:xfrm>
            <a:off x="19129248" y="3858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5" name="Google Shape;95;p45"/>
          <p:cNvCxnSpPr/>
          <p:nvPr/>
        </p:nvCxnSpPr>
        <p:spPr>
          <a:xfrm>
            <a:off x="16413162" y="5693229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 NO SUBTITLE">
  <p:cSld name="Image Left - Text Right NO SUB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6"/>
          <p:cNvSpPr txBox="1">
            <a:spLocks noGrp="1"/>
          </p:cNvSpPr>
          <p:nvPr>
            <p:ph type="body" idx="1"/>
          </p:nvPr>
        </p:nvSpPr>
        <p:spPr>
          <a:xfrm>
            <a:off x="19129248" y="698820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99" name="Google Shape;99;p46"/>
          <p:cNvCxnSpPr/>
          <p:nvPr/>
        </p:nvCxnSpPr>
        <p:spPr>
          <a:xfrm>
            <a:off x="16413162" y="5693229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46"/>
          <p:cNvSpPr txBox="1">
            <a:spLocks noGrp="1"/>
          </p:cNvSpPr>
          <p:nvPr>
            <p:ph type="title"/>
          </p:nvPr>
        </p:nvSpPr>
        <p:spPr>
          <a:xfrm>
            <a:off x="19129248" y="1218777"/>
            <a:ext cx="14639544" cy="336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6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2" cy="205740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SUBTITLE - Image Right">
  <p:cSld name="Text Left NO SUBTITLE - Image Righ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7"/>
          <p:cNvSpPr txBox="1">
            <a:spLocks noGrp="1"/>
          </p:cNvSpPr>
          <p:nvPr>
            <p:ph type="title"/>
          </p:nvPr>
        </p:nvSpPr>
        <p:spPr>
          <a:xfrm>
            <a:off x="2596896" y="1218777"/>
            <a:ext cx="14639544" cy="336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7"/>
          <p:cNvSpPr txBox="1">
            <a:spLocks noGrp="1"/>
          </p:cNvSpPr>
          <p:nvPr>
            <p:ph type="body" idx="1"/>
          </p:nvPr>
        </p:nvSpPr>
        <p:spPr>
          <a:xfrm>
            <a:off x="2596896" y="698820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1754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Noto Sans Symbols"/>
              <a:buChar char="▪"/>
              <a:defRPr sz="440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324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Noto Sans Symbols"/>
              <a:buChar char="▪"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06" name="Google Shape;106;p47"/>
          <p:cNvCxnSpPr/>
          <p:nvPr/>
        </p:nvCxnSpPr>
        <p:spPr>
          <a:xfrm>
            <a:off x="0" y="5693229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47"/>
          <p:cNvSpPr/>
          <p:nvPr/>
        </p:nvSpPr>
        <p:spPr>
          <a:xfrm>
            <a:off x="33517499" y="19107815"/>
            <a:ext cx="3058509" cy="14661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74275" tIns="137100" rIns="274275" bIns="1371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</a:pPr>
            <a:endParaRPr sz="3999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47"/>
          <p:cNvSpPr>
            <a:spLocks noGrp="1"/>
          </p:cNvSpPr>
          <p:nvPr>
            <p:ph type="pic" idx="2"/>
          </p:nvPr>
        </p:nvSpPr>
        <p:spPr>
          <a:xfrm>
            <a:off x="20162838" y="0"/>
            <a:ext cx="16413162" cy="205740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TITLE ONLY - Image Right">
  <p:cSld name="Text Left TITLE ONLY - Image Righ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8"/>
          <p:cNvSpPr txBox="1">
            <a:spLocks noGrp="1"/>
          </p:cNvSpPr>
          <p:nvPr>
            <p:ph type="title"/>
          </p:nvPr>
        </p:nvSpPr>
        <p:spPr>
          <a:xfrm>
            <a:off x="2596904" y="8604153"/>
            <a:ext cx="12179805" cy="336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8"/>
          <p:cNvSpPr/>
          <p:nvPr/>
        </p:nvSpPr>
        <p:spPr>
          <a:xfrm>
            <a:off x="33517499" y="19107815"/>
            <a:ext cx="3058509" cy="14661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74275" tIns="137100" rIns="274275" bIns="1371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</a:pPr>
            <a:endParaRPr sz="3999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48"/>
          <p:cNvSpPr>
            <a:spLocks noGrp="1"/>
          </p:cNvSpPr>
          <p:nvPr>
            <p:ph type="pic" idx="2"/>
          </p:nvPr>
        </p:nvSpPr>
        <p:spPr>
          <a:xfrm>
            <a:off x="16422624" y="0"/>
            <a:ext cx="20153376" cy="205740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BULLETS - Image Right ">
  <p:cSld name="Text Left NO BULLETS - Image Right 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9"/>
          <p:cNvSpPr txBox="1">
            <a:spLocks noGrp="1"/>
          </p:cNvSpPr>
          <p:nvPr>
            <p:ph type="title"/>
          </p:nvPr>
        </p:nvSpPr>
        <p:spPr>
          <a:xfrm>
            <a:off x="2596896" y="6829593"/>
            <a:ext cx="12143232" cy="336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0" i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9"/>
          <p:cNvSpPr txBox="1">
            <a:spLocks noGrp="1"/>
          </p:cNvSpPr>
          <p:nvPr>
            <p:ph type="body" idx="1"/>
          </p:nvPr>
        </p:nvSpPr>
        <p:spPr>
          <a:xfrm>
            <a:off x="2596896" y="10283121"/>
            <a:ext cx="12143232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  <a:defRPr sz="4401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8" name="Google Shape;118;p49"/>
          <p:cNvSpPr>
            <a:spLocks noGrp="1"/>
          </p:cNvSpPr>
          <p:nvPr>
            <p:ph type="pic" idx="2"/>
          </p:nvPr>
        </p:nvSpPr>
        <p:spPr>
          <a:xfrm>
            <a:off x="16422624" y="0"/>
            <a:ext cx="20153376" cy="205740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">
  <p:cSld name="3 Image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1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50"/>
          <p:cNvSpPr>
            <a:spLocks noGrp="1"/>
          </p:cNvSpPr>
          <p:nvPr>
            <p:ph type="pic" idx="2"/>
          </p:nvPr>
        </p:nvSpPr>
        <p:spPr>
          <a:xfrm>
            <a:off x="24148473" y="7230333"/>
            <a:ext cx="10789920" cy="10368618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24" name="Google Shape;124;p50"/>
          <p:cNvSpPr>
            <a:spLocks noGrp="1"/>
          </p:cNvSpPr>
          <p:nvPr>
            <p:ph type="pic" idx="3"/>
          </p:nvPr>
        </p:nvSpPr>
        <p:spPr>
          <a:xfrm>
            <a:off x="12893037" y="7230333"/>
            <a:ext cx="10789920" cy="10368618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25" name="Google Shape;125;p50"/>
          <p:cNvSpPr>
            <a:spLocks noGrp="1"/>
          </p:cNvSpPr>
          <p:nvPr>
            <p:ph type="pic" idx="4"/>
          </p:nvPr>
        </p:nvSpPr>
        <p:spPr>
          <a:xfrm>
            <a:off x="1637604" y="7230333"/>
            <a:ext cx="10789920" cy="10368618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26" name="Google Shape;126;p50"/>
          <p:cNvSpPr txBox="1">
            <a:spLocks noGrp="1"/>
          </p:cNvSpPr>
          <p:nvPr>
            <p:ph type="body" idx="5"/>
          </p:nvPr>
        </p:nvSpPr>
        <p:spPr>
          <a:xfrm>
            <a:off x="1637614" y="5737503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50"/>
          <p:cNvSpPr txBox="1">
            <a:spLocks noGrp="1"/>
          </p:cNvSpPr>
          <p:nvPr>
            <p:ph type="body" idx="6"/>
          </p:nvPr>
        </p:nvSpPr>
        <p:spPr>
          <a:xfrm>
            <a:off x="1637611" y="6449417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8" name="Google Shape;128;p50"/>
          <p:cNvSpPr txBox="1">
            <a:spLocks noGrp="1"/>
          </p:cNvSpPr>
          <p:nvPr>
            <p:ph type="body" idx="7"/>
          </p:nvPr>
        </p:nvSpPr>
        <p:spPr>
          <a:xfrm>
            <a:off x="12893044" y="5737503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9" name="Google Shape;129;p50"/>
          <p:cNvSpPr txBox="1">
            <a:spLocks noGrp="1"/>
          </p:cNvSpPr>
          <p:nvPr>
            <p:ph type="body" idx="8"/>
          </p:nvPr>
        </p:nvSpPr>
        <p:spPr>
          <a:xfrm>
            <a:off x="12893044" y="6449417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0" name="Google Shape;130;p50"/>
          <p:cNvSpPr txBox="1">
            <a:spLocks noGrp="1"/>
          </p:cNvSpPr>
          <p:nvPr>
            <p:ph type="body" idx="9"/>
          </p:nvPr>
        </p:nvSpPr>
        <p:spPr>
          <a:xfrm>
            <a:off x="24148478" y="5737503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1" name="Google Shape;131;p50"/>
          <p:cNvSpPr txBox="1">
            <a:spLocks noGrp="1"/>
          </p:cNvSpPr>
          <p:nvPr>
            <p:ph type="body" idx="13"/>
          </p:nvPr>
        </p:nvSpPr>
        <p:spPr>
          <a:xfrm>
            <a:off x="24148478" y="6449417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">
  <p:cSld name="1_3 Imag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1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51"/>
          <p:cNvSpPr>
            <a:spLocks noGrp="1"/>
          </p:cNvSpPr>
          <p:nvPr>
            <p:ph type="pic" idx="2"/>
          </p:nvPr>
        </p:nvSpPr>
        <p:spPr>
          <a:xfrm>
            <a:off x="18520766" y="7184028"/>
            <a:ext cx="7982985" cy="10371846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37" name="Google Shape;137;p51"/>
          <p:cNvSpPr txBox="1">
            <a:spLocks noGrp="1"/>
          </p:cNvSpPr>
          <p:nvPr>
            <p:ph type="body" idx="3"/>
          </p:nvPr>
        </p:nvSpPr>
        <p:spPr>
          <a:xfrm>
            <a:off x="18534617" y="5746098"/>
            <a:ext cx="795527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8" name="Google Shape;138;p51"/>
          <p:cNvSpPr txBox="1">
            <a:spLocks noGrp="1"/>
          </p:cNvSpPr>
          <p:nvPr>
            <p:ph type="body" idx="4"/>
          </p:nvPr>
        </p:nvSpPr>
        <p:spPr>
          <a:xfrm>
            <a:off x="26986931" y="6412844"/>
            <a:ext cx="795899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9" name="Google Shape;139;p51"/>
          <p:cNvSpPr>
            <a:spLocks noGrp="1"/>
          </p:cNvSpPr>
          <p:nvPr>
            <p:ph type="pic" idx="5"/>
          </p:nvPr>
        </p:nvSpPr>
        <p:spPr>
          <a:xfrm>
            <a:off x="10072262" y="7184028"/>
            <a:ext cx="7982985" cy="10371846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40" name="Google Shape;140;p51"/>
          <p:cNvSpPr txBox="1">
            <a:spLocks noGrp="1"/>
          </p:cNvSpPr>
          <p:nvPr>
            <p:ph type="body" idx="6"/>
          </p:nvPr>
        </p:nvSpPr>
        <p:spPr>
          <a:xfrm>
            <a:off x="10086119" y="5746098"/>
            <a:ext cx="795527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1" name="Google Shape;141;p51"/>
          <p:cNvSpPr txBox="1">
            <a:spLocks noGrp="1"/>
          </p:cNvSpPr>
          <p:nvPr>
            <p:ph type="body" idx="7"/>
          </p:nvPr>
        </p:nvSpPr>
        <p:spPr>
          <a:xfrm>
            <a:off x="18534606" y="6412836"/>
            <a:ext cx="7955280" cy="67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" name="Google Shape;142;p51"/>
          <p:cNvSpPr>
            <a:spLocks noGrp="1"/>
          </p:cNvSpPr>
          <p:nvPr>
            <p:ph type="pic" idx="8"/>
          </p:nvPr>
        </p:nvSpPr>
        <p:spPr>
          <a:xfrm>
            <a:off x="1637615" y="7184028"/>
            <a:ext cx="7969131" cy="10371846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43" name="Google Shape;143;p51"/>
          <p:cNvSpPr txBox="1">
            <a:spLocks noGrp="1"/>
          </p:cNvSpPr>
          <p:nvPr>
            <p:ph type="body" idx="9"/>
          </p:nvPr>
        </p:nvSpPr>
        <p:spPr>
          <a:xfrm>
            <a:off x="1637607" y="5700927"/>
            <a:ext cx="795528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4" name="Google Shape;144;p51"/>
          <p:cNvSpPr txBox="1">
            <a:spLocks noGrp="1"/>
          </p:cNvSpPr>
          <p:nvPr>
            <p:ph type="body" idx="13"/>
          </p:nvPr>
        </p:nvSpPr>
        <p:spPr>
          <a:xfrm>
            <a:off x="10086108" y="6412841"/>
            <a:ext cx="795146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5" name="Google Shape;145;p51"/>
          <p:cNvSpPr>
            <a:spLocks noGrp="1"/>
          </p:cNvSpPr>
          <p:nvPr>
            <p:ph type="pic" idx="14"/>
          </p:nvPr>
        </p:nvSpPr>
        <p:spPr>
          <a:xfrm>
            <a:off x="26969259" y="7184028"/>
            <a:ext cx="7969134" cy="10371846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46" name="Google Shape;146;p51"/>
          <p:cNvSpPr txBox="1">
            <a:spLocks noGrp="1"/>
          </p:cNvSpPr>
          <p:nvPr>
            <p:ph type="body" idx="15"/>
          </p:nvPr>
        </p:nvSpPr>
        <p:spPr>
          <a:xfrm>
            <a:off x="26986931" y="5746098"/>
            <a:ext cx="795146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" name="Google Shape;147;p51"/>
          <p:cNvSpPr txBox="1">
            <a:spLocks noGrp="1"/>
          </p:cNvSpPr>
          <p:nvPr>
            <p:ph type="body" idx="16"/>
          </p:nvPr>
        </p:nvSpPr>
        <p:spPr>
          <a:xfrm>
            <a:off x="1637604" y="6412841"/>
            <a:ext cx="7955280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60">
          <p15:clr>
            <a:srgbClr val="FBAE40"/>
          </p15:clr>
        </p15:guide>
        <p15:guide id="2" pos="3456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7200" b="1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52"/>
          <p:cNvSpPr>
            <a:spLocks noGrp="1"/>
          </p:cNvSpPr>
          <p:nvPr>
            <p:ph type="pic" idx="2"/>
          </p:nvPr>
        </p:nvSpPr>
        <p:spPr>
          <a:xfrm>
            <a:off x="24148473" y="6265413"/>
            <a:ext cx="1078992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53" name="Google Shape;153;p52"/>
          <p:cNvSpPr>
            <a:spLocks noGrp="1"/>
          </p:cNvSpPr>
          <p:nvPr>
            <p:ph type="pic" idx="3"/>
          </p:nvPr>
        </p:nvSpPr>
        <p:spPr>
          <a:xfrm>
            <a:off x="12893037" y="6265413"/>
            <a:ext cx="1078992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54" name="Google Shape;154;p52"/>
          <p:cNvSpPr>
            <a:spLocks noGrp="1"/>
          </p:cNvSpPr>
          <p:nvPr>
            <p:ph type="pic" idx="4"/>
          </p:nvPr>
        </p:nvSpPr>
        <p:spPr>
          <a:xfrm>
            <a:off x="1637604" y="6265413"/>
            <a:ext cx="1078992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55" name="Google Shape;155;p52"/>
          <p:cNvSpPr txBox="1">
            <a:spLocks noGrp="1"/>
          </p:cNvSpPr>
          <p:nvPr>
            <p:ph type="body" idx="5"/>
          </p:nvPr>
        </p:nvSpPr>
        <p:spPr>
          <a:xfrm>
            <a:off x="1637614" y="4782312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6" name="Google Shape;156;p52"/>
          <p:cNvSpPr txBox="1">
            <a:spLocks noGrp="1"/>
          </p:cNvSpPr>
          <p:nvPr>
            <p:ph type="body" idx="6"/>
          </p:nvPr>
        </p:nvSpPr>
        <p:spPr>
          <a:xfrm>
            <a:off x="1637611" y="5494226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7" name="Google Shape;157;p52"/>
          <p:cNvSpPr txBox="1">
            <a:spLocks noGrp="1"/>
          </p:cNvSpPr>
          <p:nvPr>
            <p:ph type="body" idx="7"/>
          </p:nvPr>
        </p:nvSpPr>
        <p:spPr>
          <a:xfrm>
            <a:off x="12893044" y="4782312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" name="Google Shape;158;p52"/>
          <p:cNvSpPr txBox="1">
            <a:spLocks noGrp="1"/>
          </p:cNvSpPr>
          <p:nvPr>
            <p:ph type="body" idx="8"/>
          </p:nvPr>
        </p:nvSpPr>
        <p:spPr>
          <a:xfrm>
            <a:off x="12893044" y="5494226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9" name="Google Shape;159;p52"/>
          <p:cNvSpPr txBox="1">
            <a:spLocks noGrp="1"/>
          </p:cNvSpPr>
          <p:nvPr>
            <p:ph type="body" idx="9"/>
          </p:nvPr>
        </p:nvSpPr>
        <p:spPr>
          <a:xfrm>
            <a:off x="24148478" y="4782312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0" name="Google Shape;160;p52"/>
          <p:cNvSpPr txBox="1">
            <a:spLocks noGrp="1"/>
          </p:cNvSpPr>
          <p:nvPr>
            <p:ph type="body" idx="13"/>
          </p:nvPr>
        </p:nvSpPr>
        <p:spPr>
          <a:xfrm>
            <a:off x="24148478" y="5494226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1" name="Google Shape;161;p52"/>
          <p:cNvSpPr>
            <a:spLocks noGrp="1"/>
          </p:cNvSpPr>
          <p:nvPr>
            <p:ph type="pic" idx="14"/>
          </p:nvPr>
        </p:nvSpPr>
        <p:spPr>
          <a:xfrm>
            <a:off x="24148473" y="11706903"/>
            <a:ext cx="1078992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62" name="Google Shape;162;p52"/>
          <p:cNvSpPr>
            <a:spLocks noGrp="1"/>
          </p:cNvSpPr>
          <p:nvPr>
            <p:ph type="pic" idx="15"/>
          </p:nvPr>
        </p:nvSpPr>
        <p:spPr>
          <a:xfrm>
            <a:off x="12893037" y="11706903"/>
            <a:ext cx="1078992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63" name="Google Shape;163;p52"/>
          <p:cNvSpPr>
            <a:spLocks noGrp="1"/>
          </p:cNvSpPr>
          <p:nvPr>
            <p:ph type="pic" idx="16"/>
          </p:nvPr>
        </p:nvSpPr>
        <p:spPr>
          <a:xfrm>
            <a:off x="1637604" y="11706903"/>
            <a:ext cx="1078992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64" name="Google Shape;164;p52"/>
          <p:cNvSpPr txBox="1">
            <a:spLocks noGrp="1"/>
          </p:cNvSpPr>
          <p:nvPr>
            <p:ph type="body" idx="17"/>
          </p:nvPr>
        </p:nvSpPr>
        <p:spPr>
          <a:xfrm>
            <a:off x="1637614" y="17139525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5" name="Google Shape;165;p52"/>
          <p:cNvSpPr txBox="1">
            <a:spLocks noGrp="1"/>
          </p:cNvSpPr>
          <p:nvPr>
            <p:ph type="body" idx="18"/>
          </p:nvPr>
        </p:nvSpPr>
        <p:spPr>
          <a:xfrm>
            <a:off x="1637611" y="17851439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" name="Google Shape;166;p52"/>
          <p:cNvSpPr txBox="1">
            <a:spLocks noGrp="1"/>
          </p:cNvSpPr>
          <p:nvPr>
            <p:ph type="body" idx="19"/>
          </p:nvPr>
        </p:nvSpPr>
        <p:spPr>
          <a:xfrm>
            <a:off x="12893044" y="17139525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7" name="Google Shape;167;p52"/>
          <p:cNvSpPr txBox="1">
            <a:spLocks noGrp="1"/>
          </p:cNvSpPr>
          <p:nvPr>
            <p:ph type="body" idx="20"/>
          </p:nvPr>
        </p:nvSpPr>
        <p:spPr>
          <a:xfrm>
            <a:off x="12893044" y="17851439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" name="Google Shape;168;p52"/>
          <p:cNvSpPr txBox="1">
            <a:spLocks noGrp="1"/>
          </p:cNvSpPr>
          <p:nvPr>
            <p:ph type="body" idx="21"/>
          </p:nvPr>
        </p:nvSpPr>
        <p:spPr>
          <a:xfrm>
            <a:off x="24148478" y="17139525"/>
            <a:ext cx="10789917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9" name="Google Shape;169;p52"/>
          <p:cNvSpPr txBox="1">
            <a:spLocks noGrp="1"/>
          </p:cNvSpPr>
          <p:nvPr>
            <p:ph type="body" idx="22"/>
          </p:nvPr>
        </p:nvSpPr>
        <p:spPr>
          <a:xfrm>
            <a:off x="24148478" y="17851439"/>
            <a:ext cx="1078991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Up Layout">
  <p:cSld name="8 Up Layou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5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53"/>
          <p:cNvSpPr txBox="1">
            <a:spLocks noGrp="1"/>
          </p:cNvSpPr>
          <p:nvPr>
            <p:ph type="body" idx="2"/>
          </p:nvPr>
        </p:nvSpPr>
        <p:spPr>
          <a:xfrm>
            <a:off x="18534606" y="17221542"/>
            <a:ext cx="795528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" name="Google Shape;175;p53"/>
          <p:cNvSpPr txBox="1">
            <a:spLocks noGrp="1"/>
          </p:cNvSpPr>
          <p:nvPr>
            <p:ph type="body" idx="3"/>
          </p:nvPr>
        </p:nvSpPr>
        <p:spPr>
          <a:xfrm>
            <a:off x="10086116" y="17221542"/>
            <a:ext cx="797033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" name="Google Shape;176;p53"/>
          <p:cNvSpPr txBox="1">
            <a:spLocks noGrp="1"/>
          </p:cNvSpPr>
          <p:nvPr>
            <p:ph type="body" idx="4"/>
          </p:nvPr>
        </p:nvSpPr>
        <p:spPr>
          <a:xfrm>
            <a:off x="18534606" y="17889477"/>
            <a:ext cx="795528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" name="Google Shape;177;p53"/>
          <p:cNvSpPr>
            <a:spLocks noGrp="1"/>
          </p:cNvSpPr>
          <p:nvPr>
            <p:ph type="pic" idx="5"/>
          </p:nvPr>
        </p:nvSpPr>
        <p:spPr>
          <a:xfrm>
            <a:off x="1637607" y="11736075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78" name="Google Shape;178;p53"/>
          <p:cNvSpPr txBox="1">
            <a:spLocks noGrp="1"/>
          </p:cNvSpPr>
          <p:nvPr>
            <p:ph type="body" idx="6"/>
          </p:nvPr>
        </p:nvSpPr>
        <p:spPr>
          <a:xfrm>
            <a:off x="1637614" y="17221542"/>
            <a:ext cx="797033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" name="Google Shape;179;p53"/>
          <p:cNvSpPr txBox="1">
            <a:spLocks noGrp="1"/>
          </p:cNvSpPr>
          <p:nvPr>
            <p:ph type="body" idx="7"/>
          </p:nvPr>
        </p:nvSpPr>
        <p:spPr>
          <a:xfrm>
            <a:off x="10086116" y="17889477"/>
            <a:ext cx="797033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0" name="Google Shape;180;p53"/>
          <p:cNvSpPr txBox="1">
            <a:spLocks noGrp="1"/>
          </p:cNvSpPr>
          <p:nvPr>
            <p:ph type="body" idx="8"/>
          </p:nvPr>
        </p:nvSpPr>
        <p:spPr>
          <a:xfrm>
            <a:off x="1637614" y="17889477"/>
            <a:ext cx="797033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1" name="Google Shape;181;p53"/>
          <p:cNvSpPr>
            <a:spLocks noGrp="1"/>
          </p:cNvSpPr>
          <p:nvPr>
            <p:ph type="pic" idx="9"/>
          </p:nvPr>
        </p:nvSpPr>
        <p:spPr>
          <a:xfrm>
            <a:off x="10086108" y="11736075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82" name="Google Shape;182;p53"/>
          <p:cNvSpPr>
            <a:spLocks noGrp="1"/>
          </p:cNvSpPr>
          <p:nvPr>
            <p:ph type="pic" idx="13"/>
          </p:nvPr>
        </p:nvSpPr>
        <p:spPr>
          <a:xfrm>
            <a:off x="18534609" y="11736075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83" name="Google Shape;183;p53"/>
          <p:cNvSpPr>
            <a:spLocks noGrp="1"/>
          </p:cNvSpPr>
          <p:nvPr>
            <p:ph type="pic" idx="14"/>
          </p:nvPr>
        </p:nvSpPr>
        <p:spPr>
          <a:xfrm>
            <a:off x="26983110" y="11736075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84" name="Google Shape;184;p53"/>
          <p:cNvSpPr txBox="1">
            <a:spLocks noGrp="1"/>
          </p:cNvSpPr>
          <p:nvPr>
            <p:ph type="body" idx="15"/>
          </p:nvPr>
        </p:nvSpPr>
        <p:spPr>
          <a:xfrm>
            <a:off x="26983118" y="17221542"/>
            <a:ext cx="795146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5" name="Google Shape;185;p53"/>
          <p:cNvSpPr txBox="1">
            <a:spLocks noGrp="1"/>
          </p:cNvSpPr>
          <p:nvPr>
            <p:ph type="body" idx="16"/>
          </p:nvPr>
        </p:nvSpPr>
        <p:spPr>
          <a:xfrm>
            <a:off x="26983118" y="17889477"/>
            <a:ext cx="795146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6" name="Google Shape;186;p53"/>
          <p:cNvSpPr>
            <a:spLocks noGrp="1"/>
          </p:cNvSpPr>
          <p:nvPr>
            <p:ph type="pic" idx="17"/>
          </p:nvPr>
        </p:nvSpPr>
        <p:spPr>
          <a:xfrm>
            <a:off x="18534609" y="6301989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87" name="Google Shape;187;p53"/>
          <p:cNvSpPr txBox="1">
            <a:spLocks noGrp="1"/>
          </p:cNvSpPr>
          <p:nvPr>
            <p:ph type="body" idx="18"/>
          </p:nvPr>
        </p:nvSpPr>
        <p:spPr>
          <a:xfrm>
            <a:off x="18534617" y="4818888"/>
            <a:ext cx="795527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8" name="Google Shape;188;p53"/>
          <p:cNvSpPr txBox="1">
            <a:spLocks noGrp="1"/>
          </p:cNvSpPr>
          <p:nvPr>
            <p:ph type="body" idx="19"/>
          </p:nvPr>
        </p:nvSpPr>
        <p:spPr>
          <a:xfrm>
            <a:off x="26986931" y="5530805"/>
            <a:ext cx="7958997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9" name="Google Shape;189;p53"/>
          <p:cNvSpPr>
            <a:spLocks noGrp="1"/>
          </p:cNvSpPr>
          <p:nvPr>
            <p:ph type="pic" idx="20"/>
          </p:nvPr>
        </p:nvSpPr>
        <p:spPr>
          <a:xfrm>
            <a:off x="10086108" y="6301989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90" name="Google Shape;190;p53"/>
          <p:cNvSpPr txBox="1">
            <a:spLocks noGrp="1"/>
          </p:cNvSpPr>
          <p:nvPr>
            <p:ph type="body" idx="21"/>
          </p:nvPr>
        </p:nvSpPr>
        <p:spPr>
          <a:xfrm>
            <a:off x="10086119" y="4818888"/>
            <a:ext cx="795527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1" name="Google Shape;191;p53"/>
          <p:cNvSpPr txBox="1">
            <a:spLocks noGrp="1"/>
          </p:cNvSpPr>
          <p:nvPr>
            <p:ph type="body" idx="22"/>
          </p:nvPr>
        </p:nvSpPr>
        <p:spPr>
          <a:xfrm>
            <a:off x="18534606" y="5530797"/>
            <a:ext cx="7955280" cy="67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2" name="Google Shape;192;p53"/>
          <p:cNvSpPr>
            <a:spLocks noGrp="1"/>
          </p:cNvSpPr>
          <p:nvPr>
            <p:ph type="pic" idx="23"/>
          </p:nvPr>
        </p:nvSpPr>
        <p:spPr>
          <a:xfrm>
            <a:off x="1637607" y="6301989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93" name="Google Shape;193;p53"/>
          <p:cNvSpPr txBox="1">
            <a:spLocks noGrp="1"/>
          </p:cNvSpPr>
          <p:nvPr>
            <p:ph type="body" idx="24"/>
          </p:nvPr>
        </p:nvSpPr>
        <p:spPr>
          <a:xfrm>
            <a:off x="1637607" y="4818888"/>
            <a:ext cx="795528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4" name="Google Shape;194;p53"/>
          <p:cNvSpPr txBox="1">
            <a:spLocks noGrp="1"/>
          </p:cNvSpPr>
          <p:nvPr>
            <p:ph type="body" idx="25"/>
          </p:nvPr>
        </p:nvSpPr>
        <p:spPr>
          <a:xfrm>
            <a:off x="10086108" y="5530802"/>
            <a:ext cx="795146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5" name="Google Shape;195;p53"/>
          <p:cNvSpPr>
            <a:spLocks noGrp="1"/>
          </p:cNvSpPr>
          <p:nvPr>
            <p:ph type="pic" idx="26"/>
          </p:nvPr>
        </p:nvSpPr>
        <p:spPr>
          <a:xfrm>
            <a:off x="26983113" y="6301989"/>
            <a:ext cx="795528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196" name="Google Shape;196;p53"/>
          <p:cNvSpPr txBox="1">
            <a:spLocks noGrp="1"/>
          </p:cNvSpPr>
          <p:nvPr>
            <p:ph type="body" idx="27"/>
          </p:nvPr>
        </p:nvSpPr>
        <p:spPr>
          <a:xfrm>
            <a:off x="26986931" y="4818888"/>
            <a:ext cx="7951467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7" name="Google Shape;197;p53"/>
          <p:cNvSpPr txBox="1">
            <a:spLocks noGrp="1"/>
          </p:cNvSpPr>
          <p:nvPr>
            <p:ph type="body" idx="28"/>
          </p:nvPr>
        </p:nvSpPr>
        <p:spPr>
          <a:xfrm>
            <a:off x="1637604" y="5530802"/>
            <a:ext cx="7955280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0" name="Google Shape;200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54"/>
          <p:cNvSpPr txBox="1"/>
          <p:nvPr/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675" rIns="91425" bIns="456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</a:pPr>
            <a:r>
              <a:rPr lang="en-US" sz="72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title</a:t>
            </a:r>
            <a:endParaRPr/>
          </a:p>
        </p:txBody>
      </p:sp>
      <p:sp>
        <p:nvSpPr>
          <p:cNvPr id="203" name="Google Shape;203;p54"/>
          <p:cNvSpPr>
            <a:spLocks noGrp="1"/>
          </p:cNvSpPr>
          <p:nvPr>
            <p:ph type="pic" idx="2"/>
          </p:nvPr>
        </p:nvSpPr>
        <p:spPr>
          <a:xfrm>
            <a:off x="15152061" y="6309360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04" name="Google Shape;204;p54"/>
          <p:cNvSpPr>
            <a:spLocks noGrp="1"/>
          </p:cNvSpPr>
          <p:nvPr>
            <p:ph type="pic" idx="3"/>
          </p:nvPr>
        </p:nvSpPr>
        <p:spPr>
          <a:xfrm>
            <a:off x="8394834" y="6309360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05" name="Google Shape;205;p54"/>
          <p:cNvSpPr>
            <a:spLocks noGrp="1"/>
          </p:cNvSpPr>
          <p:nvPr>
            <p:ph type="pic" idx="4"/>
          </p:nvPr>
        </p:nvSpPr>
        <p:spPr>
          <a:xfrm>
            <a:off x="1637607" y="6309360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06" name="Google Shape;206;p54"/>
          <p:cNvSpPr txBox="1">
            <a:spLocks noGrp="1"/>
          </p:cNvSpPr>
          <p:nvPr>
            <p:ph type="body" idx="5"/>
          </p:nvPr>
        </p:nvSpPr>
        <p:spPr>
          <a:xfrm>
            <a:off x="1637607" y="4826259"/>
            <a:ext cx="626364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" name="Google Shape;207;p54"/>
          <p:cNvSpPr>
            <a:spLocks noGrp="1"/>
          </p:cNvSpPr>
          <p:nvPr>
            <p:ph type="pic" idx="6"/>
          </p:nvPr>
        </p:nvSpPr>
        <p:spPr>
          <a:xfrm>
            <a:off x="21909288" y="6309360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08" name="Google Shape;208;p54"/>
          <p:cNvSpPr txBox="1">
            <a:spLocks noGrp="1"/>
          </p:cNvSpPr>
          <p:nvPr>
            <p:ph type="body" idx="7"/>
          </p:nvPr>
        </p:nvSpPr>
        <p:spPr>
          <a:xfrm>
            <a:off x="1637604" y="5584481"/>
            <a:ext cx="6263640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" name="Google Shape;209;p54"/>
          <p:cNvSpPr>
            <a:spLocks noGrp="1"/>
          </p:cNvSpPr>
          <p:nvPr>
            <p:ph type="pic" idx="8"/>
          </p:nvPr>
        </p:nvSpPr>
        <p:spPr>
          <a:xfrm>
            <a:off x="28666515" y="6309360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10" name="Google Shape;210;p54"/>
          <p:cNvSpPr txBox="1">
            <a:spLocks noGrp="1"/>
          </p:cNvSpPr>
          <p:nvPr>
            <p:ph type="body" idx="9"/>
          </p:nvPr>
        </p:nvSpPr>
        <p:spPr>
          <a:xfrm>
            <a:off x="15141912" y="4826259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" name="Google Shape;211;p54"/>
          <p:cNvSpPr txBox="1">
            <a:spLocks noGrp="1"/>
          </p:cNvSpPr>
          <p:nvPr>
            <p:ph type="body" idx="13"/>
          </p:nvPr>
        </p:nvSpPr>
        <p:spPr>
          <a:xfrm>
            <a:off x="8391957" y="4826259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" name="Google Shape;212;p54"/>
          <p:cNvSpPr txBox="1">
            <a:spLocks noGrp="1"/>
          </p:cNvSpPr>
          <p:nvPr>
            <p:ph type="body" idx="14"/>
          </p:nvPr>
        </p:nvSpPr>
        <p:spPr>
          <a:xfrm>
            <a:off x="15141912" y="5513868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3" name="Google Shape;213;p54"/>
          <p:cNvSpPr txBox="1">
            <a:spLocks noGrp="1"/>
          </p:cNvSpPr>
          <p:nvPr>
            <p:ph type="body" idx="15"/>
          </p:nvPr>
        </p:nvSpPr>
        <p:spPr>
          <a:xfrm>
            <a:off x="8391957" y="5513868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4" name="Google Shape;214;p54"/>
          <p:cNvSpPr txBox="1">
            <a:spLocks noGrp="1"/>
          </p:cNvSpPr>
          <p:nvPr>
            <p:ph type="body" idx="16"/>
          </p:nvPr>
        </p:nvSpPr>
        <p:spPr>
          <a:xfrm>
            <a:off x="21900663" y="4826259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5" name="Google Shape;215;p54"/>
          <p:cNvSpPr txBox="1">
            <a:spLocks noGrp="1"/>
          </p:cNvSpPr>
          <p:nvPr>
            <p:ph type="body" idx="17"/>
          </p:nvPr>
        </p:nvSpPr>
        <p:spPr>
          <a:xfrm>
            <a:off x="21900663" y="5513868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6" name="Google Shape;216;p54"/>
          <p:cNvSpPr txBox="1">
            <a:spLocks noGrp="1"/>
          </p:cNvSpPr>
          <p:nvPr>
            <p:ph type="body" idx="18"/>
          </p:nvPr>
        </p:nvSpPr>
        <p:spPr>
          <a:xfrm>
            <a:off x="28666523" y="4826259"/>
            <a:ext cx="6263901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7" name="Google Shape;217;p54"/>
          <p:cNvSpPr txBox="1">
            <a:spLocks noGrp="1"/>
          </p:cNvSpPr>
          <p:nvPr>
            <p:ph type="body" idx="19"/>
          </p:nvPr>
        </p:nvSpPr>
        <p:spPr>
          <a:xfrm>
            <a:off x="28666523" y="5513868"/>
            <a:ext cx="6263901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8" name="Google Shape;218;p54"/>
          <p:cNvSpPr>
            <a:spLocks noGrp="1"/>
          </p:cNvSpPr>
          <p:nvPr>
            <p:ph type="pic" idx="20"/>
          </p:nvPr>
        </p:nvSpPr>
        <p:spPr>
          <a:xfrm>
            <a:off x="15152061" y="11743446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19" name="Google Shape;219;p54"/>
          <p:cNvSpPr>
            <a:spLocks noGrp="1"/>
          </p:cNvSpPr>
          <p:nvPr>
            <p:ph type="pic" idx="21"/>
          </p:nvPr>
        </p:nvSpPr>
        <p:spPr>
          <a:xfrm>
            <a:off x="8394834" y="11743446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20" name="Google Shape;220;p54"/>
          <p:cNvSpPr>
            <a:spLocks noGrp="1"/>
          </p:cNvSpPr>
          <p:nvPr>
            <p:ph type="pic" idx="22"/>
          </p:nvPr>
        </p:nvSpPr>
        <p:spPr>
          <a:xfrm>
            <a:off x="1637607" y="11743446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21" name="Google Shape;221;p54"/>
          <p:cNvSpPr>
            <a:spLocks noGrp="1"/>
          </p:cNvSpPr>
          <p:nvPr>
            <p:ph type="pic" idx="23"/>
          </p:nvPr>
        </p:nvSpPr>
        <p:spPr>
          <a:xfrm>
            <a:off x="21909288" y="11743446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22" name="Google Shape;222;p54"/>
          <p:cNvSpPr>
            <a:spLocks noGrp="1"/>
          </p:cNvSpPr>
          <p:nvPr>
            <p:ph type="pic" idx="24"/>
          </p:nvPr>
        </p:nvSpPr>
        <p:spPr>
          <a:xfrm>
            <a:off x="28666515" y="11743446"/>
            <a:ext cx="6263640" cy="4937760"/>
          </a:xfrm>
          <a:prstGeom prst="rect">
            <a:avLst/>
          </a:prstGeom>
          <a:solidFill>
            <a:srgbClr val="151617">
              <a:alpha val="60000"/>
            </a:srgbClr>
          </a:solidFill>
          <a:ln>
            <a:noFill/>
          </a:ln>
        </p:spPr>
      </p:sp>
      <p:sp>
        <p:nvSpPr>
          <p:cNvPr id="223" name="Google Shape;223;p54"/>
          <p:cNvSpPr txBox="1">
            <a:spLocks noGrp="1"/>
          </p:cNvSpPr>
          <p:nvPr>
            <p:ph type="body" idx="25"/>
          </p:nvPr>
        </p:nvSpPr>
        <p:spPr>
          <a:xfrm>
            <a:off x="1637607" y="17203323"/>
            <a:ext cx="626364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body" idx="26"/>
          </p:nvPr>
        </p:nvSpPr>
        <p:spPr>
          <a:xfrm>
            <a:off x="1637604" y="17890940"/>
            <a:ext cx="6263640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5" name="Google Shape;225;p54"/>
          <p:cNvSpPr txBox="1">
            <a:spLocks noGrp="1"/>
          </p:cNvSpPr>
          <p:nvPr>
            <p:ph type="body" idx="27"/>
          </p:nvPr>
        </p:nvSpPr>
        <p:spPr>
          <a:xfrm>
            <a:off x="15141912" y="17248494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6" name="Google Shape;226;p54"/>
          <p:cNvSpPr txBox="1">
            <a:spLocks noGrp="1"/>
          </p:cNvSpPr>
          <p:nvPr>
            <p:ph type="body" idx="28"/>
          </p:nvPr>
        </p:nvSpPr>
        <p:spPr>
          <a:xfrm>
            <a:off x="8391957" y="17248494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7" name="Google Shape;227;p54"/>
          <p:cNvSpPr txBox="1">
            <a:spLocks noGrp="1"/>
          </p:cNvSpPr>
          <p:nvPr>
            <p:ph type="body" idx="29"/>
          </p:nvPr>
        </p:nvSpPr>
        <p:spPr>
          <a:xfrm>
            <a:off x="15141912" y="17890932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8" name="Google Shape;228;p54"/>
          <p:cNvSpPr txBox="1">
            <a:spLocks noGrp="1"/>
          </p:cNvSpPr>
          <p:nvPr>
            <p:ph type="body" idx="30"/>
          </p:nvPr>
        </p:nvSpPr>
        <p:spPr>
          <a:xfrm>
            <a:off x="8391957" y="17890932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9" name="Google Shape;229;p54"/>
          <p:cNvSpPr txBox="1">
            <a:spLocks noGrp="1"/>
          </p:cNvSpPr>
          <p:nvPr>
            <p:ph type="body" idx="31"/>
          </p:nvPr>
        </p:nvSpPr>
        <p:spPr>
          <a:xfrm>
            <a:off x="21900663" y="17248494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0" name="Google Shape;230;p54"/>
          <p:cNvSpPr txBox="1">
            <a:spLocks noGrp="1"/>
          </p:cNvSpPr>
          <p:nvPr>
            <p:ph type="body" idx="32"/>
          </p:nvPr>
        </p:nvSpPr>
        <p:spPr>
          <a:xfrm>
            <a:off x="21900663" y="17890932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1" name="Google Shape;231;p54"/>
          <p:cNvSpPr txBox="1">
            <a:spLocks noGrp="1"/>
          </p:cNvSpPr>
          <p:nvPr>
            <p:ph type="body" idx="33"/>
          </p:nvPr>
        </p:nvSpPr>
        <p:spPr>
          <a:xfrm>
            <a:off x="28666515" y="17248494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2" name="Google Shape;232;p54"/>
          <p:cNvSpPr txBox="1">
            <a:spLocks noGrp="1"/>
          </p:cNvSpPr>
          <p:nvPr>
            <p:ph type="body" idx="34"/>
          </p:nvPr>
        </p:nvSpPr>
        <p:spPr>
          <a:xfrm>
            <a:off x="28666515" y="17890932"/>
            <a:ext cx="6263640" cy="75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3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3999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1_Closing Slide">
    <p:bg>
      <p:bgPr>
        <a:solidFill>
          <a:srgbClr val="02376C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55" descr="A screenshot of a compute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55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562" y="2984109"/>
            <a:ext cx="8054907" cy="211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- Insert Video Layout">
  <p:cSld name="Demo - Insert Video Layou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6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274275" tIns="137100" rIns="274275" bIns="1371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</a:pPr>
            <a:endParaRPr sz="3999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56"/>
          <p:cNvSpPr>
            <a:spLocks noGrp="1"/>
          </p:cNvSpPr>
          <p:nvPr>
            <p:ph type="media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0" rIns="91425" bIns="42062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8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gradFill>
          <a:gsLst>
            <a:gs pos="0">
              <a:schemeClr val="lt1"/>
            </a:gs>
            <a:gs pos="81000">
              <a:schemeClr val="lt1"/>
            </a:gs>
            <a:gs pos="91000">
              <a:srgbClr val="EAFAFF"/>
            </a:gs>
            <a:gs pos="100000">
              <a:srgbClr val="DBEFFF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4b118428f_1_279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a4b118428f_1_281" title="ov_aousd_refresh_2025_3840x2160_v02 co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a4b118428f_1_281"/>
          <p:cNvSpPr txBox="1">
            <a:spLocks noGrp="1"/>
          </p:cNvSpPr>
          <p:nvPr>
            <p:ph type="subTitle" idx="1"/>
          </p:nvPr>
        </p:nvSpPr>
        <p:spPr>
          <a:xfrm>
            <a:off x="1371600" y="18279070"/>
            <a:ext cx="1901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Montserrat"/>
              <a:buNone/>
              <a:defRPr sz="5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8" name="Google Shape;248;g3a4b118428f_1_281"/>
          <p:cNvSpPr txBox="1">
            <a:spLocks noGrp="1"/>
          </p:cNvSpPr>
          <p:nvPr>
            <p:ph type="ctrTitle"/>
          </p:nvPr>
        </p:nvSpPr>
        <p:spPr>
          <a:xfrm>
            <a:off x="1371600" y="13249870"/>
            <a:ext cx="19019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pic>
        <p:nvPicPr>
          <p:cNvPr id="249" name="Google Shape;249;g3a4b118428f_1_281" descr="A person in a blue shi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720" y="8452373"/>
            <a:ext cx="8439495" cy="221920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a4b118428f_1_281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0071C5"/>
          </p15:clr>
        </p15:guide>
        <p15:guide id="2" pos="23040">
          <p15:clr>
            <a:srgbClr val="0071C5"/>
          </p15:clr>
        </p15:guide>
        <p15:guide id="3" pos="864">
          <p15:clr>
            <a:srgbClr val="0071C5"/>
          </p15:clr>
        </p15:guide>
        <p15:guide id="4" pos="22176">
          <p15:clr>
            <a:srgbClr val="0071C5"/>
          </p15:clr>
        </p15:guide>
        <p15:guide id="5" orient="horz">
          <p15:clr>
            <a:srgbClr val="0071C5"/>
          </p15:clr>
        </p15:guide>
        <p15:guide id="6" orient="horz" pos="12960">
          <p15:clr>
            <a:srgbClr val="0071C5"/>
          </p15:clr>
        </p15:guide>
        <p15:guide id="7" orient="horz" pos="864">
          <p15:clr>
            <a:srgbClr val="0071C5"/>
          </p15:clr>
        </p15:guide>
        <p15:guide id="8" orient="horz" pos="3672">
          <p15:clr>
            <a:srgbClr val="0071C5"/>
          </p15:clr>
        </p15:guide>
        <p15:guide id="9" orient="horz" pos="6480">
          <p15:clr>
            <a:srgbClr val="0071C5"/>
          </p15:clr>
        </p15:guide>
        <p15:guide id="10" orient="horz" pos="9288">
          <p15:clr>
            <a:srgbClr val="0071C5"/>
          </p15:clr>
        </p15:guide>
        <p15:guide id="11" orient="horz" pos="12096">
          <p15:clr>
            <a:srgbClr val="0071C5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a4b118428f_1_2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8" y="-1187"/>
            <a:ext cx="13714227" cy="2057636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a4b118428f_1_287"/>
          <p:cNvSpPr/>
          <p:nvPr/>
        </p:nvSpPr>
        <p:spPr>
          <a:xfrm>
            <a:off x="13716000" y="75"/>
            <a:ext cx="228597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g3a4b118428f_1_287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3a4b118428f_1_287"/>
          <p:cNvSpPr txBox="1"/>
          <p:nvPr/>
        </p:nvSpPr>
        <p:spPr>
          <a:xfrm>
            <a:off x="15544800" y="5132200"/>
            <a:ext cx="17468700" cy="20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information is embargoed until the following times: 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6" name="Google Shape;256;g3a4b118428f_1_287"/>
          <p:cNvSpPr txBox="1"/>
          <p:nvPr/>
        </p:nvSpPr>
        <p:spPr>
          <a:xfrm>
            <a:off x="3154680" y="10954607"/>
            <a:ext cx="7406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</a:pPr>
            <a:r>
              <a:rPr lang="en-US"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Embargo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7" name="Google Shape;257;g3a4b118428f_1_287" descr="Lock with solid fill"/>
          <p:cNvSpPr/>
          <p:nvPr/>
        </p:nvSpPr>
        <p:spPr>
          <a:xfrm>
            <a:off x="6031031" y="7929669"/>
            <a:ext cx="1653937" cy="2156026"/>
          </a:xfrm>
          <a:custGeom>
            <a:avLst/>
            <a:gdLst/>
            <a:ahLst/>
            <a:cxnLst/>
            <a:rect l="l" t="t" r="r" b="b"/>
            <a:pathLst>
              <a:path w="1653937" h="2156026" extrusionOk="0">
                <a:moveTo>
                  <a:pt x="886038" y="1704147"/>
                </a:moveTo>
                <a:lnTo>
                  <a:pt x="886038" y="1860680"/>
                </a:lnTo>
                <a:lnTo>
                  <a:pt x="767900" y="1860680"/>
                </a:lnTo>
                <a:lnTo>
                  <a:pt x="767900" y="1704147"/>
                </a:lnTo>
                <a:cubicBezTo>
                  <a:pt x="699970" y="1680519"/>
                  <a:pt x="649761" y="1615543"/>
                  <a:pt x="649761" y="1535799"/>
                </a:cubicBezTo>
                <a:cubicBezTo>
                  <a:pt x="649761" y="1438335"/>
                  <a:pt x="729505" y="1358592"/>
                  <a:pt x="826969" y="1358592"/>
                </a:cubicBezTo>
                <a:cubicBezTo>
                  <a:pt x="924433" y="1358592"/>
                  <a:pt x="1004177" y="1438335"/>
                  <a:pt x="1004177" y="1535799"/>
                </a:cubicBezTo>
                <a:cubicBezTo>
                  <a:pt x="1004177" y="1612589"/>
                  <a:pt x="953968" y="1677566"/>
                  <a:pt x="886038" y="1704147"/>
                </a:cubicBezTo>
                <a:close/>
                <a:moveTo>
                  <a:pt x="383950" y="620227"/>
                </a:moveTo>
                <a:cubicBezTo>
                  <a:pt x="383950" y="375090"/>
                  <a:pt x="581832" y="177208"/>
                  <a:pt x="826969" y="177208"/>
                </a:cubicBezTo>
                <a:cubicBezTo>
                  <a:pt x="1072106" y="177208"/>
                  <a:pt x="1269988" y="375090"/>
                  <a:pt x="1269988" y="620227"/>
                </a:cubicBezTo>
                <a:lnTo>
                  <a:pt x="1269988" y="948061"/>
                </a:lnTo>
                <a:lnTo>
                  <a:pt x="826969" y="915573"/>
                </a:lnTo>
                <a:lnTo>
                  <a:pt x="383950" y="948061"/>
                </a:lnTo>
                <a:lnTo>
                  <a:pt x="383950" y="620227"/>
                </a:lnTo>
                <a:close/>
                <a:moveTo>
                  <a:pt x="1447196" y="959875"/>
                </a:moveTo>
                <a:lnTo>
                  <a:pt x="1447196" y="620227"/>
                </a:lnTo>
                <a:cubicBezTo>
                  <a:pt x="1447196" y="277625"/>
                  <a:pt x="1169570" y="0"/>
                  <a:pt x="826969" y="0"/>
                </a:cubicBezTo>
                <a:cubicBezTo>
                  <a:pt x="484368" y="0"/>
                  <a:pt x="206742" y="277625"/>
                  <a:pt x="206742" y="620227"/>
                </a:cubicBezTo>
                <a:lnTo>
                  <a:pt x="206742" y="959875"/>
                </a:lnTo>
                <a:lnTo>
                  <a:pt x="0" y="974642"/>
                </a:lnTo>
                <a:lnTo>
                  <a:pt x="0" y="2096957"/>
                </a:lnTo>
                <a:lnTo>
                  <a:pt x="826969" y="2156026"/>
                </a:lnTo>
                <a:lnTo>
                  <a:pt x="1653938" y="2096957"/>
                </a:lnTo>
                <a:lnTo>
                  <a:pt x="1653938" y="974642"/>
                </a:lnTo>
                <a:lnTo>
                  <a:pt x="1447196" y="95987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8" name="Google Shape;258;g3a4b118428f_1_287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a4b118428f_1_287"/>
          <p:cNvSpPr txBox="1">
            <a:spLocks noGrp="1"/>
          </p:cNvSpPr>
          <p:nvPr>
            <p:ph type="subTitle" idx="1"/>
          </p:nvPr>
        </p:nvSpPr>
        <p:spPr>
          <a:xfrm>
            <a:off x="15544800" y="8131800"/>
            <a:ext cx="17468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">
  <p:cSld name="Use Case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4b118428f_1_296"/>
          <p:cNvSpPr>
            <a:spLocks noGrp="1"/>
          </p:cNvSpPr>
          <p:nvPr>
            <p:ph type="pic" idx="2"/>
          </p:nvPr>
        </p:nvSpPr>
        <p:spPr>
          <a:xfrm>
            <a:off x="0" y="8493300"/>
            <a:ext cx="36577500" cy="120807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2" name="Google Shape;262;g3a4b118428f_1_296"/>
          <p:cNvSpPr txBox="1">
            <a:spLocks noGrp="1"/>
          </p:cNvSpPr>
          <p:nvPr>
            <p:ph type="body" idx="1"/>
          </p:nvPr>
        </p:nvSpPr>
        <p:spPr>
          <a:xfrm>
            <a:off x="1371600" y="3200400"/>
            <a:ext cx="20116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3" name="Google Shape;263;g3a4b118428f_1_296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Title &amp; Right BG">
  <p:cSld name="Left Title &amp; Right BG">
    <p:bg>
      <p:bgPr>
        <a:solidFill>
          <a:schemeClr val="lt1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a4b118428f_1_300"/>
          <p:cNvPicPr preferRelativeResize="0"/>
          <p:nvPr/>
        </p:nvPicPr>
        <p:blipFill rotWithShape="1">
          <a:blip r:embed="rId2">
            <a:alphaModFix amt="40000"/>
          </a:blip>
          <a:srcRect l="52258" r="11017" b="41242"/>
          <a:stretch/>
        </p:blipFill>
        <p:spPr>
          <a:xfrm>
            <a:off x="13716000" y="0"/>
            <a:ext cx="22859997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a4b118428f_1_300"/>
          <p:cNvSpPr txBox="1">
            <a:spLocks noGrp="1"/>
          </p:cNvSpPr>
          <p:nvPr>
            <p:ph type="title"/>
          </p:nvPr>
        </p:nvSpPr>
        <p:spPr>
          <a:xfrm>
            <a:off x="1371600" y="9189720"/>
            <a:ext cx="10972800" cy="22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4b118428f_1_303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269" name="Google Shape;269;g3a4b118428f_1_303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a4b118428f_1_306" title="ov__aousd_camTR_8800x4950 copy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5048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a4b118428f_1_306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g3a4b118428f_1_306"/>
          <p:cNvSpPr txBox="1">
            <a:spLocks noGrp="1"/>
          </p:cNvSpPr>
          <p:nvPr>
            <p:ph type="title"/>
          </p:nvPr>
        </p:nvSpPr>
        <p:spPr>
          <a:xfrm>
            <a:off x="1371600" y="4572000"/>
            <a:ext cx="16459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pic>
        <p:nvPicPr>
          <p:cNvPr id="274" name="Google Shape;274;g3a4b118428f_1_306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l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a4b118428f_1_3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2" y="-100"/>
            <a:ext cx="13712776" cy="2057418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a4b118428f_1_311"/>
          <p:cNvSpPr/>
          <p:nvPr/>
        </p:nvSpPr>
        <p:spPr>
          <a:xfrm>
            <a:off x="13716000" y="75"/>
            <a:ext cx="228597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g3a4b118428f_1_311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g3a4b118428f_1_311"/>
          <p:cNvSpPr txBox="1"/>
          <p:nvPr/>
        </p:nvSpPr>
        <p:spPr>
          <a:xfrm>
            <a:off x="3520441" y="10954607"/>
            <a:ext cx="6675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</a:pPr>
            <a:r>
              <a:rPr lang="en-US" sz="8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280" name="Google Shape;280;g3a4b118428f_1_311"/>
          <p:cNvGrpSpPr/>
          <p:nvPr/>
        </p:nvGrpSpPr>
        <p:grpSpPr>
          <a:xfrm>
            <a:off x="6050795" y="7995474"/>
            <a:ext cx="1618659" cy="2085119"/>
            <a:chOff x="16068047" y="8120935"/>
            <a:chExt cx="1346190" cy="1737020"/>
          </a:xfrm>
        </p:grpSpPr>
        <p:sp>
          <p:nvSpPr>
            <p:cNvPr id="281" name="Google Shape;281;g3a4b118428f_1_311"/>
            <p:cNvSpPr/>
            <p:nvPr/>
          </p:nvSpPr>
          <p:spPr>
            <a:xfrm>
              <a:off x="16068047" y="8120935"/>
              <a:ext cx="1346190" cy="1737020"/>
            </a:xfrm>
            <a:custGeom>
              <a:avLst/>
              <a:gdLst/>
              <a:ahLst/>
              <a:cxnLst/>
              <a:rect l="l" t="t" r="r" b="b"/>
              <a:pathLst>
                <a:path w="1346190" h="1737020" extrusionOk="0">
                  <a:moveTo>
                    <a:pt x="130277" y="130277"/>
                  </a:moveTo>
                  <a:lnTo>
                    <a:pt x="1215914" y="130277"/>
                  </a:lnTo>
                  <a:lnTo>
                    <a:pt x="1215914" y="1606744"/>
                  </a:lnTo>
                  <a:lnTo>
                    <a:pt x="130277" y="1606744"/>
                  </a:lnTo>
                  <a:lnTo>
                    <a:pt x="130277" y="130277"/>
                  </a:lnTo>
                  <a:close/>
                  <a:moveTo>
                    <a:pt x="0" y="1737020"/>
                  </a:moveTo>
                  <a:lnTo>
                    <a:pt x="1346191" y="1737020"/>
                  </a:lnTo>
                  <a:lnTo>
                    <a:pt x="1346191" y="0"/>
                  </a:lnTo>
                  <a:lnTo>
                    <a:pt x="0" y="0"/>
                  </a:lnTo>
                  <a:lnTo>
                    <a:pt x="0" y="17370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2" name="Google Shape;282;g3a4b118428f_1_311"/>
            <p:cNvSpPr/>
            <p:nvPr/>
          </p:nvSpPr>
          <p:spPr>
            <a:xfrm>
              <a:off x="16350313" y="8381488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3" name="Google Shape;283;g3a4b118428f_1_311"/>
            <p:cNvSpPr/>
            <p:nvPr/>
          </p:nvSpPr>
          <p:spPr>
            <a:xfrm>
              <a:off x="16697717" y="8424913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4" name="Google Shape;284;g3a4b118428f_1_311"/>
            <p:cNvSpPr/>
            <p:nvPr/>
          </p:nvSpPr>
          <p:spPr>
            <a:xfrm>
              <a:off x="16350313" y="8728892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5" name="Google Shape;285;g3a4b118428f_1_311"/>
            <p:cNvSpPr/>
            <p:nvPr/>
          </p:nvSpPr>
          <p:spPr>
            <a:xfrm>
              <a:off x="16697717" y="8772317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6" name="Google Shape;286;g3a4b118428f_1_311"/>
            <p:cNvSpPr/>
            <p:nvPr/>
          </p:nvSpPr>
          <p:spPr>
            <a:xfrm>
              <a:off x="16350313" y="9076296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7" name="Google Shape;287;g3a4b118428f_1_311"/>
            <p:cNvSpPr/>
            <p:nvPr/>
          </p:nvSpPr>
          <p:spPr>
            <a:xfrm>
              <a:off x="16697717" y="9119721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8" name="Google Shape;288;g3a4b118428f_1_311"/>
            <p:cNvSpPr/>
            <p:nvPr/>
          </p:nvSpPr>
          <p:spPr>
            <a:xfrm>
              <a:off x="16350313" y="9423700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9" name="Google Shape;289;g3a4b118428f_1_311"/>
            <p:cNvSpPr/>
            <p:nvPr/>
          </p:nvSpPr>
          <p:spPr>
            <a:xfrm>
              <a:off x="16697717" y="9467125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90" name="Google Shape;290;g3a4b118428f_1_311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a4b118428f_1_327" title="ov_aousd_refresh_2025_3840x2160_v02 co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a4b118428f_1_327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g3a4b118428f_1_327"/>
          <p:cNvSpPr txBox="1">
            <a:spLocks noGrp="1"/>
          </p:cNvSpPr>
          <p:nvPr>
            <p:ph type="ctrTitle"/>
          </p:nvPr>
        </p:nvSpPr>
        <p:spPr>
          <a:xfrm>
            <a:off x="1371600" y="13249870"/>
            <a:ext cx="19019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pic>
        <p:nvPicPr>
          <p:cNvPr id="295" name="Google Shape;295;g3a4b118428f_1_327" descr="A person in a blue shi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720" y="8452373"/>
            <a:ext cx="8439495" cy="221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Image">
  <p:cSld name="2 Imag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4b118428f_1_332"/>
          <p:cNvSpPr>
            <a:spLocks noGrp="1"/>
          </p:cNvSpPr>
          <p:nvPr>
            <p:ph type="pic" idx="2"/>
          </p:nvPr>
        </p:nvSpPr>
        <p:spPr>
          <a:xfrm>
            <a:off x="18516598" y="6857999"/>
            <a:ext cx="16687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298" name="Google Shape;298;g3a4b118428f_1_332"/>
          <p:cNvSpPr>
            <a:spLocks noGrp="1"/>
          </p:cNvSpPr>
          <p:nvPr>
            <p:ph type="pic" idx="3"/>
          </p:nvPr>
        </p:nvSpPr>
        <p:spPr>
          <a:xfrm>
            <a:off x="1371598" y="6857999"/>
            <a:ext cx="16687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299" name="Google Shape;299;g3a4b118428f_1_332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g3a4b118428f_1_332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1" name="Google Shape;301;g3a4b118428f_1_332"/>
          <p:cNvSpPr txBox="1">
            <a:spLocks noGrp="1"/>
          </p:cNvSpPr>
          <p:nvPr>
            <p:ph type="subTitle" idx="4"/>
          </p:nvPr>
        </p:nvSpPr>
        <p:spPr>
          <a:xfrm>
            <a:off x="1371600" y="5840100"/>
            <a:ext cx="16687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2" name="Google Shape;302;g3a4b118428f_1_332"/>
          <p:cNvSpPr txBox="1">
            <a:spLocks noGrp="1"/>
          </p:cNvSpPr>
          <p:nvPr>
            <p:ph type="subTitle" idx="5"/>
          </p:nvPr>
        </p:nvSpPr>
        <p:spPr>
          <a:xfrm>
            <a:off x="18516600" y="5840100"/>
            <a:ext cx="16687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nouncement">
  <p:cSld name="Announcemen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4b118428f_1_339"/>
          <p:cNvSpPr>
            <a:spLocks noGrp="1"/>
          </p:cNvSpPr>
          <p:nvPr>
            <p:ph type="pic" idx="2"/>
          </p:nvPr>
        </p:nvSpPr>
        <p:spPr>
          <a:xfrm>
            <a:off x="18712546" y="1371600"/>
            <a:ext cx="16459200" cy="178347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algn="bl" rotWithShape="0">
              <a:srgbClr val="575D95">
                <a:alpha val="60000"/>
              </a:srgbClr>
            </a:outerShdw>
          </a:effectLst>
        </p:spPr>
      </p:sp>
      <p:sp>
        <p:nvSpPr>
          <p:cNvPr id="305" name="Google Shape;305;g3a4b118428f_1_339"/>
          <p:cNvSpPr txBox="1">
            <a:spLocks noGrp="1"/>
          </p:cNvSpPr>
          <p:nvPr>
            <p:ph type="body" idx="1"/>
          </p:nvPr>
        </p:nvSpPr>
        <p:spPr>
          <a:xfrm>
            <a:off x="1371600" y="6858000"/>
            <a:ext cx="150876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6" name="Google Shape;306;g3a4b118428f_1_339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15087600" cy="3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">
  <p:cSld name="4 Image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4b118428f_1_343"/>
          <p:cNvSpPr>
            <a:spLocks noGrp="1"/>
          </p:cNvSpPr>
          <p:nvPr>
            <p:ph type="pic" idx="2"/>
          </p:nvPr>
        </p:nvSpPr>
        <p:spPr>
          <a:xfrm>
            <a:off x="27089097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09" name="Google Shape;309;g3a4b118428f_1_343"/>
          <p:cNvSpPr>
            <a:spLocks noGrp="1"/>
          </p:cNvSpPr>
          <p:nvPr>
            <p:ph type="pic" idx="3"/>
          </p:nvPr>
        </p:nvSpPr>
        <p:spPr>
          <a:xfrm>
            <a:off x="18516598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10" name="Google Shape;310;g3a4b118428f_1_343"/>
          <p:cNvSpPr>
            <a:spLocks noGrp="1"/>
          </p:cNvSpPr>
          <p:nvPr>
            <p:ph type="pic" idx="4"/>
          </p:nvPr>
        </p:nvSpPr>
        <p:spPr>
          <a:xfrm>
            <a:off x="9944098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11" name="Google Shape;311;g3a4b118428f_1_343"/>
          <p:cNvSpPr>
            <a:spLocks noGrp="1"/>
          </p:cNvSpPr>
          <p:nvPr>
            <p:ph type="pic" idx="5"/>
          </p:nvPr>
        </p:nvSpPr>
        <p:spPr>
          <a:xfrm>
            <a:off x="1371598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12" name="Google Shape;312;g3a4b118428f_1_343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313" name="Google Shape;313;g3a4b118428f_1_343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4" name="Google Shape;314;g3a4b118428f_1_343"/>
          <p:cNvSpPr txBox="1">
            <a:spLocks noGrp="1"/>
          </p:cNvSpPr>
          <p:nvPr>
            <p:ph type="subTitle" idx="6"/>
          </p:nvPr>
        </p:nvSpPr>
        <p:spPr>
          <a:xfrm>
            <a:off x="13716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5" name="Google Shape;315;g3a4b118428f_1_343"/>
          <p:cNvSpPr txBox="1">
            <a:spLocks noGrp="1"/>
          </p:cNvSpPr>
          <p:nvPr>
            <p:ph type="subTitle" idx="7"/>
          </p:nvPr>
        </p:nvSpPr>
        <p:spPr>
          <a:xfrm>
            <a:off x="99441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6" name="Google Shape;316;g3a4b118428f_1_343"/>
          <p:cNvSpPr txBox="1">
            <a:spLocks noGrp="1"/>
          </p:cNvSpPr>
          <p:nvPr>
            <p:ph type="subTitle" idx="8"/>
          </p:nvPr>
        </p:nvSpPr>
        <p:spPr>
          <a:xfrm>
            <a:off x="185166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7" name="Google Shape;317;g3a4b118428f_1_343"/>
          <p:cNvSpPr txBox="1">
            <a:spLocks noGrp="1"/>
          </p:cNvSpPr>
          <p:nvPr>
            <p:ph type="subTitle" idx="9"/>
          </p:nvPr>
        </p:nvSpPr>
        <p:spPr>
          <a:xfrm>
            <a:off x="270891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&amp; Paragraph">
  <p:cSld name="Title &amp; Subtitle &amp; Paragraph"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4b118428f_1_354"/>
          <p:cNvSpPr txBox="1">
            <a:spLocks noGrp="1"/>
          </p:cNvSpPr>
          <p:nvPr>
            <p:ph type="body" idx="1"/>
          </p:nvPr>
        </p:nvSpPr>
        <p:spPr>
          <a:xfrm>
            <a:off x="1404256" y="5672994"/>
            <a:ext cx="33832800" cy="12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Char char="•"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0" name="Google Shape;320;g3a4b118428f_1_354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321" name="Google Shape;321;g3a4b118428f_1_354"/>
          <p:cNvSpPr txBox="1">
            <a:spLocks noGrp="1"/>
          </p:cNvSpPr>
          <p:nvPr>
            <p:ph type="subTitle" idx="2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Title &amp; Subtitle &amp; Right BG">
  <p:cSld name="Left Title &amp; Subtitle &amp; Right BG">
    <p:bg>
      <p:bgPr>
        <a:gradFill>
          <a:gsLst>
            <a:gs pos="0">
              <a:schemeClr val="dk1"/>
            </a:gs>
            <a:gs pos="70000">
              <a:schemeClr val="dk1"/>
            </a:gs>
            <a:gs pos="85000">
              <a:srgbClr val="EFFEFF"/>
            </a:gs>
            <a:gs pos="95000">
              <a:srgbClr val="DBEFFF"/>
            </a:gs>
            <a:gs pos="100000">
              <a:srgbClr val="DBEFFF"/>
            </a:gs>
          </a:gsLst>
          <a:lin ang="19200160" scaled="0"/>
        </a:gra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a4b118428f_1_358"/>
          <p:cNvPicPr preferRelativeResize="0"/>
          <p:nvPr/>
        </p:nvPicPr>
        <p:blipFill rotWithShape="1">
          <a:blip r:embed="rId2">
            <a:alphaModFix amt="40000"/>
          </a:blip>
          <a:srcRect l="52258" r="11017" b="41242"/>
          <a:stretch/>
        </p:blipFill>
        <p:spPr>
          <a:xfrm>
            <a:off x="13716000" y="0"/>
            <a:ext cx="22859997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a4b118428f_1_358"/>
          <p:cNvSpPr txBox="1">
            <a:spLocks noGrp="1"/>
          </p:cNvSpPr>
          <p:nvPr>
            <p:ph type="title"/>
          </p:nvPr>
        </p:nvSpPr>
        <p:spPr>
          <a:xfrm>
            <a:off x="1371600" y="7919100"/>
            <a:ext cx="10972800" cy="23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g3a4b118428f_1_358"/>
          <p:cNvSpPr txBox="1">
            <a:spLocks noGrp="1"/>
          </p:cNvSpPr>
          <p:nvPr>
            <p:ph type="subTitle" idx="1"/>
          </p:nvPr>
        </p:nvSpPr>
        <p:spPr>
          <a:xfrm>
            <a:off x="1371600" y="10515601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Image">
  <p:cSld name="5 Image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4b118428f_1_362"/>
          <p:cNvSpPr>
            <a:spLocks noGrp="1"/>
          </p:cNvSpPr>
          <p:nvPr>
            <p:ph type="pic" idx="2"/>
          </p:nvPr>
        </p:nvSpPr>
        <p:spPr>
          <a:xfrm>
            <a:off x="28803600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28" name="Google Shape;328;g3a4b118428f_1_362"/>
          <p:cNvSpPr>
            <a:spLocks noGrp="1"/>
          </p:cNvSpPr>
          <p:nvPr>
            <p:ph type="pic" idx="3"/>
          </p:nvPr>
        </p:nvSpPr>
        <p:spPr>
          <a:xfrm>
            <a:off x="21945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29" name="Google Shape;329;g3a4b118428f_1_362"/>
          <p:cNvSpPr>
            <a:spLocks noGrp="1"/>
          </p:cNvSpPr>
          <p:nvPr>
            <p:ph type="pic" idx="4"/>
          </p:nvPr>
        </p:nvSpPr>
        <p:spPr>
          <a:xfrm>
            <a:off x="15087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30" name="Google Shape;330;g3a4b118428f_1_362"/>
          <p:cNvSpPr>
            <a:spLocks noGrp="1"/>
          </p:cNvSpPr>
          <p:nvPr>
            <p:ph type="pic" idx="5"/>
          </p:nvPr>
        </p:nvSpPr>
        <p:spPr>
          <a:xfrm>
            <a:off x="8229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31" name="Google Shape;331;g3a4b118428f_1_362"/>
          <p:cNvSpPr>
            <a:spLocks noGrp="1"/>
          </p:cNvSpPr>
          <p:nvPr>
            <p:ph type="pic" idx="6"/>
          </p:nvPr>
        </p:nvSpPr>
        <p:spPr>
          <a:xfrm>
            <a:off x="1371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32" name="Google Shape;332;g3a4b118428f_1_362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g3a4b118428f_1_362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4" name="Google Shape;334;g3a4b118428f_1_362"/>
          <p:cNvSpPr txBox="1">
            <a:spLocks noGrp="1"/>
          </p:cNvSpPr>
          <p:nvPr>
            <p:ph type="subTitle" idx="7"/>
          </p:nvPr>
        </p:nvSpPr>
        <p:spPr>
          <a:xfrm>
            <a:off x="1371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5" name="Google Shape;335;g3a4b118428f_1_362"/>
          <p:cNvSpPr txBox="1">
            <a:spLocks noGrp="1"/>
          </p:cNvSpPr>
          <p:nvPr>
            <p:ph type="subTitle" idx="8"/>
          </p:nvPr>
        </p:nvSpPr>
        <p:spPr>
          <a:xfrm>
            <a:off x="8229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6" name="Google Shape;336;g3a4b118428f_1_362"/>
          <p:cNvSpPr txBox="1">
            <a:spLocks noGrp="1"/>
          </p:cNvSpPr>
          <p:nvPr>
            <p:ph type="subTitle" idx="9"/>
          </p:nvPr>
        </p:nvSpPr>
        <p:spPr>
          <a:xfrm>
            <a:off x="15087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7" name="Google Shape;337;g3a4b118428f_1_362"/>
          <p:cNvSpPr txBox="1">
            <a:spLocks noGrp="1"/>
          </p:cNvSpPr>
          <p:nvPr>
            <p:ph type="subTitle" idx="13"/>
          </p:nvPr>
        </p:nvSpPr>
        <p:spPr>
          <a:xfrm>
            <a:off x="21945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8" name="Google Shape;338;g3a4b118428f_1_362"/>
          <p:cNvSpPr txBox="1">
            <a:spLocks noGrp="1"/>
          </p:cNvSpPr>
          <p:nvPr>
            <p:ph type="subTitle" idx="14"/>
          </p:nvPr>
        </p:nvSpPr>
        <p:spPr>
          <a:xfrm>
            <a:off x="28803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 KV">
  <p:cSld name="Feature KV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4b118428f_1_375"/>
          <p:cNvSpPr txBox="1">
            <a:spLocks noGrp="1"/>
          </p:cNvSpPr>
          <p:nvPr>
            <p:ph type="title"/>
          </p:nvPr>
        </p:nvSpPr>
        <p:spPr>
          <a:xfrm>
            <a:off x="1371600" y="7919095"/>
            <a:ext cx="15087600" cy="23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g3a4b118428f_1_375"/>
          <p:cNvSpPr>
            <a:spLocks noGrp="1"/>
          </p:cNvSpPr>
          <p:nvPr>
            <p:ph type="pic" idx="2"/>
          </p:nvPr>
        </p:nvSpPr>
        <p:spPr>
          <a:xfrm>
            <a:off x="18712546" y="1371600"/>
            <a:ext cx="16459200" cy="178347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algn="bl" rotWithShape="0">
              <a:srgbClr val="575D95">
                <a:alpha val="60000"/>
              </a:srgbClr>
            </a:outerShdw>
          </a:effectLst>
        </p:spPr>
      </p:sp>
      <p:sp>
        <p:nvSpPr>
          <p:cNvPr id="342" name="Google Shape;342;g3a4b118428f_1_375"/>
          <p:cNvSpPr txBox="1">
            <a:spLocks noGrp="1"/>
          </p:cNvSpPr>
          <p:nvPr>
            <p:ph type="subTitle" idx="1"/>
          </p:nvPr>
        </p:nvSpPr>
        <p:spPr>
          <a:xfrm>
            <a:off x="1371600" y="10515600"/>
            <a:ext cx="1508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Image">
  <p:cSld name="1 Image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4b118428f_1_379"/>
          <p:cNvSpPr>
            <a:spLocks noGrp="1"/>
          </p:cNvSpPr>
          <p:nvPr>
            <p:ph type="pic" idx="2"/>
          </p:nvPr>
        </p:nvSpPr>
        <p:spPr>
          <a:xfrm>
            <a:off x="10160000" y="6857998"/>
            <a:ext cx="162561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45" name="Google Shape;345;g3a4b118428f_1_379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346" name="Google Shape;346;g3a4b118428f_1_379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7" name="Google Shape;347;g3a4b118428f_1_379"/>
          <p:cNvSpPr txBox="1">
            <a:spLocks noGrp="1"/>
          </p:cNvSpPr>
          <p:nvPr>
            <p:ph type="subTitle" idx="3"/>
          </p:nvPr>
        </p:nvSpPr>
        <p:spPr>
          <a:xfrm>
            <a:off x="10160000" y="5840100"/>
            <a:ext cx="1625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">
  <p:cSld name="3 Image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4b118428f_1_384"/>
          <p:cNvSpPr>
            <a:spLocks noGrp="1"/>
          </p:cNvSpPr>
          <p:nvPr>
            <p:ph type="pic" idx="2"/>
          </p:nvPr>
        </p:nvSpPr>
        <p:spPr>
          <a:xfrm>
            <a:off x="24231598" y="6857999"/>
            <a:ext cx="10972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50" name="Google Shape;350;g3a4b118428f_1_384"/>
          <p:cNvSpPr>
            <a:spLocks noGrp="1"/>
          </p:cNvSpPr>
          <p:nvPr>
            <p:ph type="pic" idx="3"/>
          </p:nvPr>
        </p:nvSpPr>
        <p:spPr>
          <a:xfrm>
            <a:off x="12801598" y="6857999"/>
            <a:ext cx="10972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51" name="Google Shape;351;g3a4b118428f_1_384"/>
          <p:cNvSpPr>
            <a:spLocks noGrp="1"/>
          </p:cNvSpPr>
          <p:nvPr>
            <p:ph type="pic" idx="4"/>
          </p:nvPr>
        </p:nvSpPr>
        <p:spPr>
          <a:xfrm>
            <a:off x="1371598" y="6857999"/>
            <a:ext cx="10972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52" name="Google Shape;352;g3a4b118428f_1_384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353" name="Google Shape;353;g3a4b118428f_1_384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4" name="Google Shape;354;g3a4b118428f_1_384"/>
          <p:cNvSpPr txBox="1">
            <a:spLocks noGrp="1"/>
          </p:cNvSpPr>
          <p:nvPr>
            <p:ph type="subTitle" idx="5"/>
          </p:nvPr>
        </p:nvSpPr>
        <p:spPr>
          <a:xfrm>
            <a:off x="137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5" name="Google Shape;355;g3a4b118428f_1_384"/>
          <p:cNvSpPr txBox="1">
            <a:spLocks noGrp="1"/>
          </p:cNvSpPr>
          <p:nvPr>
            <p:ph type="subTitle" idx="6"/>
          </p:nvPr>
        </p:nvSpPr>
        <p:spPr>
          <a:xfrm>
            <a:off x="1280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6" name="Google Shape;356;g3a4b118428f_1_384"/>
          <p:cNvSpPr txBox="1">
            <a:spLocks noGrp="1"/>
          </p:cNvSpPr>
          <p:nvPr>
            <p:ph type="subTitle" idx="7"/>
          </p:nvPr>
        </p:nvSpPr>
        <p:spPr>
          <a:xfrm>
            <a:off x="2423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Image">
  <p:cSld name="6 Imag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4b118428f_1_393"/>
          <p:cNvSpPr>
            <a:spLocks noGrp="1"/>
          </p:cNvSpPr>
          <p:nvPr>
            <p:ph type="pic" idx="2"/>
          </p:nvPr>
        </p:nvSpPr>
        <p:spPr>
          <a:xfrm>
            <a:off x="24231602" y="13075920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59" name="Google Shape;359;g3a4b118428f_1_393"/>
          <p:cNvSpPr>
            <a:spLocks noGrp="1"/>
          </p:cNvSpPr>
          <p:nvPr>
            <p:ph type="pic" idx="3"/>
          </p:nvPr>
        </p:nvSpPr>
        <p:spPr>
          <a:xfrm>
            <a:off x="12801600" y="13075920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60" name="Google Shape;360;g3a4b118428f_1_393"/>
          <p:cNvSpPr>
            <a:spLocks noGrp="1"/>
          </p:cNvSpPr>
          <p:nvPr>
            <p:ph type="pic" idx="4"/>
          </p:nvPr>
        </p:nvSpPr>
        <p:spPr>
          <a:xfrm>
            <a:off x="1371598" y="13075920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61" name="Google Shape;361;g3a4b118428f_1_393"/>
          <p:cNvSpPr>
            <a:spLocks noGrp="1"/>
          </p:cNvSpPr>
          <p:nvPr>
            <p:ph type="pic" idx="5"/>
          </p:nvPr>
        </p:nvSpPr>
        <p:spPr>
          <a:xfrm>
            <a:off x="24231598" y="6857999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62" name="Google Shape;362;g3a4b118428f_1_393"/>
          <p:cNvSpPr>
            <a:spLocks noGrp="1"/>
          </p:cNvSpPr>
          <p:nvPr>
            <p:ph type="pic" idx="6"/>
          </p:nvPr>
        </p:nvSpPr>
        <p:spPr>
          <a:xfrm>
            <a:off x="12801598" y="6857999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63" name="Google Shape;363;g3a4b118428f_1_393"/>
          <p:cNvSpPr>
            <a:spLocks noGrp="1"/>
          </p:cNvSpPr>
          <p:nvPr>
            <p:ph type="pic" idx="7"/>
          </p:nvPr>
        </p:nvSpPr>
        <p:spPr>
          <a:xfrm>
            <a:off x="1371598" y="6857999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364" name="Google Shape;364;g3a4b118428f_1_393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g3a4b118428f_1_393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66" name="Google Shape;366;g3a4b118428f_1_393"/>
          <p:cNvSpPr txBox="1">
            <a:spLocks noGrp="1"/>
          </p:cNvSpPr>
          <p:nvPr>
            <p:ph type="subTitle" idx="8"/>
          </p:nvPr>
        </p:nvSpPr>
        <p:spPr>
          <a:xfrm>
            <a:off x="137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67" name="Google Shape;367;g3a4b118428f_1_393"/>
          <p:cNvSpPr txBox="1">
            <a:spLocks noGrp="1"/>
          </p:cNvSpPr>
          <p:nvPr>
            <p:ph type="subTitle" idx="9"/>
          </p:nvPr>
        </p:nvSpPr>
        <p:spPr>
          <a:xfrm>
            <a:off x="1280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68" name="Google Shape;368;g3a4b118428f_1_393"/>
          <p:cNvSpPr txBox="1">
            <a:spLocks noGrp="1"/>
          </p:cNvSpPr>
          <p:nvPr>
            <p:ph type="subTitle" idx="13"/>
          </p:nvPr>
        </p:nvSpPr>
        <p:spPr>
          <a:xfrm>
            <a:off x="2423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69" name="Google Shape;369;g3a4b118428f_1_393"/>
          <p:cNvSpPr txBox="1">
            <a:spLocks noGrp="1"/>
          </p:cNvSpPr>
          <p:nvPr>
            <p:ph type="subTitle" idx="14"/>
          </p:nvPr>
        </p:nvSpPr>
        <p:spPr>
          <a:xfrm>
            <a:off x="12801600" y="12016325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0" name="Google Shape;370;g3a4b118428f_1_393"/>
          <p:cNvSpPr txBox="1">
            <a:spLocks noGrp="1"/>
          </p:cNvSpPr>
          <p:nvPr>
            <p:ph type="subTitle" idx="15"/>
          </p:nvPr>
        </p:nvSpPr>
        <p:spPr>
          <a:xfrm>
            <a:off x="24231600" y="12016325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1" name="Google Shape;371;g3a4b118428f_1_393"/>
          <p:cNvSpPr txBox="1">
            <a:spLocks noGrp="1"/>
          </p:cNvSpPr>
          <p:nvPr>
            <p:ph type="subTitle" idx="16"/>
          </p:nvPr>
        </p:nvSpPr>
        <p:spPr>
          <a:xfrm>
            <a:off x="1371600" y="12016325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solidFill>
          <a:schemeClr val="dk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4b118428f_1_408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E46962"/>
          </p15:clr>
        </p15:guide>
        <p15:guide id="2" pos="864">
          <p15:clr>
            <a:srgbClr val="E46962"/>
          </p15:clr>
        </p15:guide>
        <p15:guide id="3" pos="22176">
          <p15:clr>
            <a:srgbClr val="E46962"/>
          </p15:clr>
        </p15:guide>
        <p15:guide id="4" orient="horz" pos="12096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_1">
    <p:bg>
      <p:bgPr>
        <a:gradFill>
          <a:gsLst>
            <a:gs pos="0">
              <a:schemeClr val="dk1"/>
            </a:gs>
            <a:gs pos="70000">
              <a:schemeClr val="dk1"/>
            </a:gs>
            <a:gs pos="85000">
              <a:srgbClr val="EFFEFF"/>
            </a:gs>
            <a:gs pos="95000">
              <a:srgbClr val="DBEFFF"/>
            </a:gs>
            <a:gs pos="100000">
              <a:srgbClr val="DBEFFF"/>
            </a:gs>
          </a:gsLst>
          <a:lin ang="19200160" scaled="0"/>
        </a:gra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4b118428f_1_410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376" name="Google Shape;376;g3a4b118428f_1_410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gradFill>
          <a:gsLst>
            <a:gs pos="0">
              <a:schemeClr val="lt1"/>
            </a:gs>
            <a:gs pos="81000">
              <a:schemeClr val="lt1"/>
            </a:gs>
            <a:gs pos="91000">
              <a:srgbClr val="EAFAFF"/>
            </a:gs>
            <a:gs pos="100000">
              <a:srgbClr val="DBEFFF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4b118428f_1_1851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g3a4b118428f_1_1853" title="ov_aousd_refresh_2025_3840x2160_v02 co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a4b118428f_1_1853"/>
          <p:cNvSpPr txBox="1">
            <a:spLocks noGrp="1"/>
          </p:cNvSpPr>
          <p:nvPr>
            <p:ph type="subTitle" idx="1"/>
          </p:nvPr>
        </p:nvSpPr>
        <p:spPr>
          <a:xfrm>
            <a:off x="1371600" y="18279070"/>
            <a:ext cx="1901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Montserrat"/>
              <a:buNone/>
              <a:defRPr sz="5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sz="4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6" name="Google Shape;386;g3a4b118428f_1_1853"/>
          <p:cNvSpPr txBox="1">
            <a:spLocks noGrp="1"/>
          </p:cNvSpPr>
          <p:nvPr>
            <p:ph type="ctrTitle"/>
          </p:nvPr>
        </p:nvSpPr>
        <p:spPr>
          <a:xfrm>
            <a:off x="1371600" y="13249870"/>
            <a:ext cx="19019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pic>
        <p:nvPicPr>
          <p:cNvPr id="387" name="Google Shape;387;g3a4b118428f_1_1853" descr="A person in a blue shi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720" y="8452373"/>
            <a:ext cx="8439495" cy="221920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a4b118428f_1_1853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0071C5"/>
          </p15:clr>
        </p15:guide>
        <p15:guide id="2" pos="23040">
          <p15:clr>
            <a:srgbClr val="0071C5"/>
          </p15:clr>
        </p15:guide>
        <p15:guide id="3" pos="864">
          <p15:clr>
            <a:srgbClr val="0071C5"/>
          </p15:clr>
        </p15:guide>
        <p15:guide id="4" pos="22176">
          <p15:clr>
            <a:srgbClr val="0071C5"/>
          </p15:clr>
        </p15:guide>
        <p15:guide id="5" orient="horz">
          <p15:clr>
            <a:srgbClr val="0071C5"/>
          </p15:clr>
        </p15:guide>
        <p15:guide id="6" orient="horz" pos="12960">
          <p15:clr>
            <a:srgbClr val="0071C5"/>
          </p15:clr>
        </p15:guide>
        <p15:guide id="7" orient="horz" pos="864">
          <p15:clr>
            <a:srgbClr val="0071C5"/>
          </p15:clr>
        </p15:guide>
        <p15:guide id="8" orient="horz" pos="3672">
          <p15:clr>
            <a:srgbClr val="0071C5"/>
          </p15:clr>
        </p15:guide>
        <p15:guide id="9" orient="horz" pos="6480">
          <p15:clr>
            <a:srgbClr val="0071C5"/>
          </p15:clr>
        </p15:guide>
        <p15:guide id="10" orient="horz" pos="9288">
          <p15:clr>
            <a:srgbClr val="0071C5"/>
          </p15:clr>
        </p15:guide>
        <p15:guide id="11" orient="horz" pos="12096">
          <p15:clr>
            <a:srgbClr val="0071C5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bg>
      <p:bgPr>
        <a:solidFill>
          <a:schemeClr val="lt1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g3a4b118428f_1_18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8" y="-1187"/>
            <a:ext cx="13714227" cy="2057636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a4b118428f_1_1859"/>
          <p:cNvSpPr/>
          <p:nvPr/>
        </p:nvSpPr>
        <p:spPr>
          <a:xfrm>
            <a:off x="13716000" y="75"/>
            <a:ext cx="228597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g3a4b118428f_1_1859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g3a4b118428f_1_1859"/>
          <p:cNvSpPr txBox="1"/>
          <p:nvPr/>
        </p:nvSpPr>
        <p:spPr>
          <a:xfrm>
            <a:off x="15544800" y="5132200"/>
            <a:ext cx="17468700" cy="20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information is embargoed until the following times: 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94" name="Google Shape;394;g3a4b118428f_1_1859"/>
          <p:cNvSpPr txBox="1"/>
          <p:nvPr/>
        </p:nvSpPr>
        <p:spPr>
          <a:xfrm>
            <a:off x="3154680" y="10954607"/>
            <a:ext cx="7406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</a:pPr>
            <a:r>
              <a:rPr lang="en-US"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Embargo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95" name="Google Shape;395;g3a4b118428f_1_1859" descr="Lock with solid fill"/>
          <p:cNvSpPr/>
          <p:nvPr/>
        </p:nvSpPr>
        <p:spPr>
          <a:xfrm>
            <a:off x="6031031" y="7929669"/>
            <a:ext cx="1653937" cy="2156026"/>
          </a:xfrm>
          <a:custGeom>
            <a:avLst/>
            <a:gdLst/>
            <a:ahLst/>
            <a:cxnLst/>
            <a:rect l="l" t="t" r="r" b="b"/>
            <a:pathLst>
              <a:path w="1653937" h="2156026" extrusionOk="0">
                <a:moveTo>
                  <a:pt x="886038" y="1704147"/>
                </a:moveTo>
                <a:lnTo>
                  <a:pt x="886038" y="1860680"/>
                </a:lnTo>
                <a:lnTo>
                  <a:pt x="767900" y="1860680"/>
                </a:lnTo>
                <a:lnTo>
                  <a:pt x="767900" y="1704147"/>
                </a:lnTo>
                <a:cubicBezTo>
                  <a:pt x="699970" y="1680519"/>
                  <a:pt x="649761" y="1615543"/>
                  <a:pt x="649761" y="1535799"/>
                </a:cubicBezTo>
                <a:cubicBezTo>
                  <a:pt x="649761" y="1438335"/>
                  <a:pt x="729505" y="1358592"/>
                  <a:pt x="826969" y="1358592"/>
                </a:cubicBezTo>
                <a:cubicBezTo>
                  <a:pt x="924433" y="1358592"/>
                  <a:pt x="1004177" y="1438335"/>
                  <a:pt x="1004177" y="1535799"/>
                </a:cubicBezTo>
                <a:cubicBezTo>
                  <a:pt x="1004177" y="1612589"/>
                  <a:pt x="953968" y="1677566"/>
                  <a:pt x="886038" y="1704147"/>
                </a:cubicBezTo>
                <a:close/>
                <a:moveTo>
                  <a:pt x="383950" y="620227"/>
                </a:moveTo>
                <a:cubicBezTo>
                  <a:pt x="383950" y="375090"/>
                  <a:pt x="581832" y="177208"/>
                  <a:pt x="826969" y="177208"/>
                </a:cubicBezTo>
                <a:cubicBezTo>
                  <a:pt x="1072106" y="177208"/>
                  <a:pt x="1269988" y="375090"/>
                  <a:pt x="1269988" y="620227"/>
                </a:cubicBezTo>
                <a:lnTo>
                  <a:pt x="1269988" y="948061"/>
                </a:lnTo>
                <a:lnTo>
                  <a:pt x="826969" y="915573"/>
                </a:lnTo>
                <a:lnTo>
                  <a:pt x="383950" y="948061"/>
                </a:lnTo>
                <a:lnTo>
                  <a:pt x="383950" y="620227"/>
                </a:lnTo>
                <a:close/>
                <a:moveTo>
                  <a:pt x="1447196" y="959875"/>
                </a:moveTo>
                <a:lnTo>
                  <a:pt x="1447196" y="620227"/>
                </a:lnTo>
                <a:cubicBezTo>
                  <a:pt x="1447196" y="277625"/>
                  <a:pt x="1169570" y="0"/>
                  <a:pt x="826969" y="0"/>
                </a:cubicBezTo>
                <a:cubicBezTo>
                  <a:pt x="484368" y="0"/>
                  <a:pt x="206742" y="277625"/>
                  <a:pt x="206742" y="620227"/>
                </a:cubicBezTo>
                <a:lnTo>
                  <a:pt x="206742" y="959875"/>
                </a:lnTo>
                <a:lnTo>
                  <a:pt x="0" y="974642"/>
                </a:lnTo>
                <a:lnTo>
                  <a:pt x="0" y="2096957"/>
                </a:lnTo>
                <a:lnTo>
                  <a:pt x="826969" y="2156026"/>
                </a:lnTo>
                <a:lnTo>
                  <a:pt x="1653938" y="2096957"/>
                </a:lnTo>
                <a:lnTo>
                  <a:pt x="1653938" y="974642"/>
                </a:lnTo>
                <a:lnTo>
                  <a:pt x="1447196" y="95987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6" name="Google Shape;396;g3a4b118428f_1_1859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a4b118428f_1_1859"/>
          <p:cNvSpPr txBox="1">
            <a:spLocks noGrp="1"/>
          </p:cNvSpPr>
          <p:nvPr>
            <p:ph type="subTitle" idx="1"/>
          </p:nvPr>
        </p:nvSpPr>
        <p:spPr>
          <a:xfrm>
            <a:off x="15544800" y="8131800"/>
            <a:ext cx="17468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">
  <p:cSld name="Use Case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4b118428f_1_1868"/>
          <p:cNvSpPr>
            <a:spLocks noGrp="1"/>
          </p:cNvSpPr>
          <p:nvPr>
            <p:ph type="pic" idx="2"/>
          </p:nvPr>
        </p:nvSpPr>
        <p:spPr>
          <a:xfrm>
            <a:off x="0" y="8493300"/>
            <a:ext cx="36577500" cy="120807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0" name="Google Shape;400;g3a4b118428f_1_1868"/>
          <p:cNvSpPr txBox="1">
            <a:spLocks noGrp="1"/>
          </p:cNvSpPr>
          <p:nvPr>
            <p:ph type="body" idx="1"/>
          </p:nvPr>
        </p:nvSpPr>
        <p:spPr>
          <a:xfrm>
            <a:off x="1371600" y="3200400"/>
            <a:ext cx="20116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1" name="Google Shape;401;g3a4b118428f_1_1868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Title &amp; Right BG">
  <p:cSld name="Left Title &amp; Right BG">
    <p:bg>
      <p:bgPr>
        <a:solidFill>
          <a:schemeClr val="lt1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3a4b118428f_1_1872"/>
          <p:cNvPicPr preferRelativeResize="0"/>
          <p:nvPr/>
        </p:nvPicPr>
        <p:blipFill rotWithShape="1">
          <a:blip r:embed="rId2">
            <a:alphaModFix amt="40000"/>
          </a:blip>
          <a:srcRect l="52258" r="11017" b="41242"/>
          <a:stretch/>
        </p:blipFill>
        <p:spPr>
          <a:xfrm>
            <a:off x="13716000" y="0"/>
            <a:ext cx="22859997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a4b118428f_1_1872"/>
          <p:cNvSpPr txBox="1">
            <a:spLocks noGrp="1"/>
          </p:cNvSpPr>
          <p:nvPr>
            <p:ph type="title"/>
          </p:nvPr>
        </p:nvSpPr>
        <p:spPr>
          <a:xfrm>
            <a:off x="1371600" y="9189720"/>
            <a:ext cx="10972800" cy="22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4b118428f_1_1875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407" name="Google Shape;407;g3a4b118428f_1_1875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g3a4b118428f_1_1878" title="ov__aousd_camTR_8800x4950 copy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5048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a4b118428f_1_1878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g3a4b118428f_1_1878"/>
          <p:cNvSpPr txBox="1">
            <a:spLocks noGrp="1"/>
          </p:cNvSpPr>
          <p:nvPr>
            <p:ph type="title"/>
          </p:nvPr>
        </p:nvSpPr>
        <p:spPr>
          <a:xfrm>
            <a:off x="1371600" y="4572000"/>
            <a:ext cx="16459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pic>
        <p:nvPicPr>
          <p:cNvPr id="412" name="Google Shape;412;g3a4b118428f_1_1878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lt1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g3a4b118428f_1_18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2" y="-100"/>
            <a:ext cx="13712776" cy="2057418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a4b118428f_1_1883"/>
          <p:cNvSpPr/>
          <p:nvPr/>
        </p:nvSpPr>
        <p:spPr>
          <a:xfrm>
            <a:off x="13716000" y="75"/>
            <a:ext cx="228597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g3a4b118428f_1_1883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g3a4b118428f_1_1883"/>
          <p:cNvSpPr txBox="1"/>
          <p:nvPr/>
        </p:nvSpPr>
        <p:spPr>
          <a:xfrm>
            <a:off x="3520441" y="10954607"/>
            <a:ext cx="6675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</a:pPr>
            <a:r>
              <a:rPr lang="en-US" sz="8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418" name="Google Shape;418;g3a4b118428f_1_1883"/>
          <p:cNvGrpSpPr/>
          <p:nvPr/>
        </p:nvGrpSpPr>
        <p:grpSpPr>
          <a:xfrm>
            <a:off x="6050795" y="7995474"/>
            <a:ext cx="1618659" cy="2085119"/>
            <a:chOff x="16068047" y="8120935"/>
            <a:chExt cx="1346190" cy="1737020"/>
          </a:xfrm>
        </p:grpSpPr>
        <p:sp>
          <p:nvSpPr>
            <p:cNvPr id="419" name="Google Shape;419;g3a4b118428f_1_1883"/>
            <p:cNvSpPr/>
            <p:nvPr/>
          </p:nvSpPr>
          <p:spPr>
            <a:xfrm>
              <a:off x="16068047" y="8120935"/>
              <a:ext cx="1346190" cy="1737020"/>
            </a:xfrm>
            <a:custGeom>
              <a:avLst/>
              <a:gdLst/>
              <a:ahLst/>
              <a:cxnLst/>
              <a:rect l="l" t="t" r="r" b="b"/>
              <a:pathLst>
                <a:path w="1346190" h="1737020" extrusionOk="0">
                  <a:moveTo>
                    <a:pt x="130277" y="130277"/>
                  </a:moveTo>
                  <a:lnTo>
                    <a:pt x="1215914" y="130277"/>
                  </a:lnTo>
                  <a:lnTo>
                    <a:pt x="1215914" y="1606744"/>
                  </a:lnTo>
                  <a:lnTo>
                    <a:pt x="130277" y="1606744"/>
                  </a:lnTo>
                  <a:lnTo>
                    <a:pt x="130277" y="130277"/>
                  </a:lnTo>
                  <a:close/>
                  <a:moveTo>
                    <a:pt x="0" y="1737020"/>
                  </a:moveTo>
                  <a:lnTo>
                    <a:pt x="1346191" y="1737020"/>
                  </a:lnTo>
                  <a:lnTo>
                    <a:pt x="1346191" y="0"/>
                  </a:lnTo>
                  <a:lnTo>
                    <a:pt x="0" y="0"/>
                  </a:lnTo>
                  <a:lnTo>
                    <a:pt x="0" y="17370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0" name="Google Shape;420;g3a4b118428f_1_1883"/>
            <p:cNvSpPr/>
            <p:nvPr/>
          </p:nvSpPr>
          <p:spPr>
            <a:xfrm>
              <a:off x="16350313" y="8381488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1" name="Google Shape;421;g3a4b118428f_1_1883"/>
            <p:cNvSpPr/>
            <p:nvPr/>
          </p:nvSpPr>
          <p:spPr>
            <a:xfrm>
              <a:off x="16697717" y="8424913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2" name="Google Shape;422;g3a4b118428f_1_1883"/>
            <p:cNvSpPr/>
            <p:nvPr/>
          </p:nvSpPr>
          <p:spPr>
            <a:xfrm>
              <a:off x="16350313" y="8728892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3" name="Google Shape;423;g3a4b118428f_1_1883"/>
            <p:cNvSpPr/>
            <p:nvPr/>
          </p:nvSpPr>
          <p:spPr>
            <a:xfrm>
              <a:off x="16697717" y="8772317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4" name="Google Shape;424;g3a4b118428f_1_1883"/>
            <p:cNvSpPr/>
            <p:nvPr/>
          </p:nvSpPr>
          <p:spPr>
            <a:xfrm>
              <a:off x="16350313" y="9076296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5" name="Google Shape;425;g3a4b118428f_1_1883"/>
            <p:cNvSpPr/>
            <p:nvPr/>
          </p:nvSpPr>
          <p:spPr>
            <a:xfrm>
              <a:off x="16697717" y="9119721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6" name="Google Shape;426;g3a4b118428f_1_1883"/>
            <p:cNvSpPr/>
            <p:nvPr/>
          </p:nvSpPr>
          <p:spPr>
            <a:xfrm>
              <a:off x="16350313" y="9423700"/>
              <a:ext cx="173702" cy="173702"/>
            </a:xfrm>
            <a:custGeom>
              <a:avLst/>
              <a:gdLst/>
              <a:ahLst/>
              <a:cxnLst/>
              <a:rect l="l" t="t" r="r" b="b"/>
              <a:pathLst>
                <a:path w="173702" h="173702" extrusionOk="0">
                  <a:moveTo>
                    <a:pt x="0" y="0"/>
                  </a:moveTo>
                  <a:lnTo>
                    <a:pt x="173702" y="0"/>
                  </a:lnTo>
                  <a:lnTo>
                    <a:pt x="173702" y="173702"/>
                  </a:lnTo>
                  <a:lnTo>
                    <a:pt x="0" y="1737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7" name="Google Shape;427;g3a4b118428f_1_1883"/>
            <p:cNvSpPr/>
            <p:nvPr/>
          </p:nvSpPr>
          <p:spPr>
            <a:xfrm>
              <a:off x="16697717" y="9467125"/>
              <a:ext cx="434255" cy="86851"/>
            </a:xfrm>
            <a:custGeom>
              <a:avLst/>
              <a:gdLst/>
              <a:ahLst/>
              <a:cxnLst/>
              <a:rect l="l" t="t" r="r" b="b"/>
              <a:pathLst>
                <a:path w="434255" h="86851" extrusionOk="0">
                  <a:moveTo>
                    <a:pt x="0" y="0"/>
                  </a:moveTo>
                  <a:lnTo>
                    <a:pt x="434255" y="0"/>
                  </a:lnTo>
                  <a:lnTo>
                    <a:pt x="434255" y="86851"/>
                  </a:lnTo>
                  <a:lnTo>
                    <a:pt x="0" y="868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28" name="Google Shape;428;g3a4b118428f_1_1883" descr="A person in a blue shi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g3a4b118428f_1_1899" title="ov_aousd_refresh_2025_3840x2160_v02 co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a4b118428f_1_1899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g3a4b118428f_1_1899"/>
          <p:cNvSpPr txBox="1">
            <a:spLocks noGrp="1"/>
          </p:cNvSpPr>
          <p:nvPr>
            <p:ph type="ctrTitle"/>
          </p:nvPr>
        </p:nvSpPr>
        <p:spPr>
          <a:xfrm>
            <a:off x="1371600" y="13249870"/>
            <a:ext cx="19019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pic>
        <p:nvPicPr>
          <p:cNvPr id="433" name="Google Shape;433;g3a4b118428f_1_1899" descr="A person in a blue shi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720" y="8452373"/>
            <a:ext cx="8439495" cy="221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Image">
  <p:cSld name="2 Image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4b118428f_1_1904"/>
          <p:cNvSpPr>
            <a:spLocks noGrp="1"/>
          </p:cNvSpPr>
          <p:nvPr>
            <p:ph type="pic" idx="2"/>
          </p:nvPr>
        </p:nvSpPr>
        <p:spPr>
          <a:xfrm>
            <a:off x="18516598" y="6857999"/>
            <a:ext cx="16687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36" name="Google Shape;436;g3a4b118428f_1_1904"/>
          <p:cNvSpPr>
            <a:spLocks noGrp="1"/>
          </p:cNvSpPr>
          <p:nvPr>
            <p:ph type="pic" idx="3"/>
          </p:nvPr>
        </p:nvSpPr>
        <p:spPr>
          <a:xfrm>
            <a:off x="1371598" y="6857999"/>
            <a:ext cx="16687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37" name="Google Shape;437;g3a4b118428f_1_1904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8" name="Google Shape;438;g3a4b118428f_1_1904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39" name="Google Shape;439;g3a4b118428f_1_1904"/>
          <p:cNvSpPr txBox="1">
            <a:spLocks noGrp="1"/>
          </p:cNvSpPr>
          <p:nvPr>
            <p:ph type="subTitle" idx="4"/>
          </p:nvPr>
        </p:nvSpPr>
        <p:spPr>
          <a:xfrm>
            <a:off x="1371600" y="5840100"/>
            <a:ext cx="16687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40" name="Google Shape;440;g3a4b118428f_1_1904"/>
          <p:cNvSpPr txBox="1">
            <a:spLocks noGrp="1"/>
          </p:cNvSpPr>
          <p:nvPr>
            <p:ph type="subTitle" idx="5"/>
          </p:nvPr>
        </p:nvSpPr>
        <p:spPr>
          <a:xfrm>
            <a:off x="18516600" y="5840100"/>
            <a:ext cx="16687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nouncement">
  <p:cSld name="Announcement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4b118428f_1_1911"/>
          <p:cNvSpPr>
            <a:spLocks noGrp="1"/>
          </p:cNvSpPr>
          <p:nvPr>
            <p:ph type="pic" idx="2"/>
          </p:nvPr>
        </p:nvSpPr>
        <p:spPr>
          <a:xfrm>
            <a:off x="18712546" y="1371600"/>
            <a:ext cx="16459200" cy="178347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algn="bl" rotWithShape="0">
              <a:srgbClr val="575D95">
                <a:alpha val="60000"/>
              </a:srgbClr>
            </a:outerShdw>
          </a:effectLst>
        </p:spPr>
      </p:sp>
      <p:sp>
        <p:nvSpPr>
          <p:cNvPr id="443" name="Google Shape;443;g3a4b118428f_1_1911"/>
          <p:cNvSpPr txBox="1">
            <a:spLocks noGrp="1"/>
          </p:cNvSpPr>
          <p:nvPr>
            <p:ph type="body" idx="1"/>
          </p:nvPr>
        </p:nvSpPr>
        <p:spPr>
          <a:xfrm>
            <a:off x="1371600" y="6858000"/>
            <a:ext cx="150876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44" name="Google Shape;444;g3a4b118428f_1_1911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15087600" cy="3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">
  <p:cSld name="4 Image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4b118428f_1_1915"/>
          <p:cNvSpPr>
            <a:spLocks noGrp="1"/>
          </p:cNvSpPr>
          <p:nvPr>
            <p:ph type="pic" idx="2"/>
          </p:nvPr>
        </p:nvSpPr>
        <p:spPr>
          <a:xfrm>
            <a:off x="27089097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47" name="Google Shape;447;g3a4b118428f_1_1915"/>
          <p:cNvSpPr>
            <a:spLocks noGrp="1"/>
          </p:cNvSpPr>
          <p:nvPr>
            <p:ph type="pic" idx="3"/>
          </p:nvPr>
        </p:nvSpPr>
        <p:spPr>
          <a:xfrm>
            <a:off x="18516598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48" name="Google Shape;448;g3a4b118428f_1_1915"/>
          <p:cNvSpPr>
            <a:spLocks noGrp="1"/>
          </p:cNvSpPr>
          <p:nvPr>
            <p:ph type="pic" idx="4"/>
          </p:nvPr>
        </p:nvSpPr>
        <p:spPr>
          <a:xfrm>
            <a:off x="9944098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49" name="Google Shape;449;g3a4b118428f_1_1915"/>
          <p:cNvSpPr>
            <a:spLocks noGrp="1"/>
          </p:cNvSpPr>
          <p:nvPr>
            <p:ph type="pic" idx="5"/>
          </p:nvPr>
        </p:nvSpPr>
        <p:spPr>
          <a:xfrm>
            <a:off x="1371598" y="6857999"/>
            <a:ext cx="81153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50" name="Google Shape;450;g3a4b118428f_1_1915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451" name="Google Shape;451;g3a4b118428f_1_1915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2" name="Google Shape;452;g3a4b118428f_1_1915"/>
          <p:cNvSpPr txBox="1">
            <a:spLocks noGrp="1"/>
          </p:cNvSpPr>
          <p:nvPr>
            <p:ph type="subTitle" idx="6"/>
          </p:nvPr>
        </p:nvSpPr>
        <p:spPr>
          <a:xfrm>
            <a:off x="13716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3" name="Google Shape;453;g3a4b118428f_1_1915"/>
          <p:cNvSpPr txBox="1">
            <a:spLocks noGrp="1"/>
          </p:cNvSpPr>
          <p:nvPr>
            <p:ph type="subTitle" idx="7"/>
          </p:nvPr>
        </p:nvSpPr>
        <p:spPr>
          <a:xfrm>
            <a:off x="99441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4" name="Google Shape;454;g3a4b118428f_1_1915"/>
          <p:cNvSpPr txBox="1">
            <a:spLocks noGrp="1"/>
          </p:cNvSpPr>
          <p:nvPr>
            <p:ph type="subTitle" idx="8"/>
          </p:nvPr>
        </p:nvSpPr>
        <p:spPr>
          <a:xfrm>
            <a:off x="185166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5" name="Google Shape;455;g3a4b118428f_1_1915"/>
          <p:cNvSpPr txBox="1">
            <a:spLocks noGrp="1"/>
          </p:cNvSpPr>
          <p:nvPr>
            <p:ph type="subTitle" idx="9"/>
          </p:nvPr>
        </p:nvSpPr>
        <p:spPr>
          <a:xfrm>
            <a:off x="27089100" y="5840100"/>
            <a:ext cx="8115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&amp; Paragraph">
  <p:cSld name="Title &amp; Subtitle &amp; Paragraph">
    <p:bg>
      <p:bgPr>
        <a:solidFill>
          <a:schemeClr val="lt1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4b118428f_1_1926"/>
          <p:cNvSpPr txBox="1">
            <a:spLocks noGrp="1"/>
          </p:cNvSpPr>
          <p:nvPr>
            <p:ph type="body" idx="1"/>
          </p:nvPr>
        </p:nvSpPr>
        <p:spPr>
          <a:xfrm>
            <a:off x="1404256" y="5672994"/>
            <a:ext cx="33832800" cy="12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Char char="•"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8" name="Google Shape;458;g3a4b118428f_1_1926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459" name="Google Shape;459;g3a4b118428f_1_1926"/>
          <p:cNvSpPr txBox="1">
            <a:spLocks noGrp="1"/>
          </p:cNvSpPr>
          <p:nvPr>
            <p:ph type="subTitle" idx="2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Title &amp; Subtitle &amp; Right BG">
  <p:cSld name="Left Title &amp; Subtitle &amp; Right BG">
    <p:bg>
      <p:bgPr>
        <a:gradFill>
          <a:gsLst>
            <a:gs pos="0">
              <a:schemeClr val="dk1"/>
            </a:gs>
            <a:gs pos="70000">
              <a:schemeClr val="dk1"/>
            </a:gs>
            <a:gs pos="85000">
              <a:srgbClr val="EFFEFF"/>
            </a:gs>
            <a:gs pos="95000">
              <a:srgbClr val="DBEFFF"/>
            </a:gs>
            <a:gs pos="100000">
              <a:srgbClr val="DBEFFF"/>
            </a:gs>
          </a:gsLst>
          <a:lin ang="19200160" scaled="0"/>
        </a:gra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g3a4b118428f_1_1930"/>
          <p:cNvPicPr preferRelativeResize="0"/>
          <p:nvPr/>
        </p:nvPicPr>
        <p:blipFill rotWithShape="1">
          <a:blip r:embed="rId2">
            <a:alphaModFix amt="40000"/>
          </a:blip>
          <a:srcRect l="52258" r="11017" b="41242"/>
          <a:stretch/>
        </p:blipFill>
        <p:spPr>
          <a:xfrm>
            <a:off x="13716000" y="0"/>
            <a:ext cx="22859997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a4b118428f_1_1930"/>
          <p:cNvSpPr txBox="1">
            <a:spLocks noGrp="1"/>
          </p:cNvSpPr>
          <p:nvPr>
            <p:ph type="title"/>
          </p:nvPr>
        </p:nvSpPr>
        <p:spPr>
          <a:xfrm>
            <a:off x="1371600" y="7919100"/>
            <a:ext cx="10972800" cy="23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g3a4b118428f_1_1930"/>
          <p:cNvSpPr txBox="1">
            <a:spLocks noGrp="1"/>
          </p:cNvSpPr>
          <p:nvPr>
            <p:ph type="subTitle" idx="1"/>
          </p:nvPr>
        </p:nvSpPr>
        <p:spPr>
          <a:xfrm>
            <a:off x="1371600" y="10515601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Image">
  <p:cSld name="5 Image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4b118428f_1_1934"/>
          <p:cNvSpPr>
            <a:spLocks noGrp="1"/>
          </p:cNvSpPr>
          <p:nvPr>
            <p:ph type="pic" idx="2"/>
          </p:nvPr>
        </p:nvSpPr>
        <p:spPr>
          <a:xfrm>
            <a:off x="28803600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66" name="Google Shape;466;g3a4b118428f_1_1934"/>
          <p:cNvSpPr>
            <a:spLocks noGrp="1"/>
          </p:cNvSpPr>
          <p:nvPr>
            <p:ph type="pic" idx="3"/>
          </p:nvPr>
        </p:nvSpPr>
        <p:spPr>
          <a:xfrm>
            <a:off x="21945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67" name="Google Shape;467;g3a4b118428f_1_1934"/>
          <p:cNvSpPr>
            <a:spLocks noGrp="1"/>
          </p:cNvSpPr>
          <p:nvPr>
            <p:ph type="pic" idx="4"/>
          </p:nvPr>
        </p:nvSpPr>
        <p:spPr>
          <a:xfrm>
            <a:off x="15087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68" name="Google Shape;468;g3a4b118428f_1_1934"/>
          <p:cNvSpPr>
            <a:spLocks noGrp="1"/>
          </p:cNvSpPr>
          <p:nvPr>
            <p:ph type="pic" idx="5"/>
          </p:nvPr>
        </p:nvSpPr>
        <p:spPr>
          <a:xfrm>
            <a:off x="8229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69" name="Google Shape;469;g3a4b118428f_1_1934"/>
          <p:cNvSpPr>
            <a:spLocks noGrp="1"/>
          </p:cNvSpPr>
          <p:nvPr>
            <p:ph type="pic" idx="6"/>
          </p:nvPr>
        </p:nvSpPr>
        <p:spPr>
          <a:xfrm>
            <a:off x="1371599" y="6857999"/>
            <a:ext cx="6400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70" name="Google Shape;470;g3a4b118428f_1_1934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g3a4b118428f_1_1934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72" name="Google Shape;472;g3a4b118428f_1_1934"/>
          <p:cNvSpPr txBox="1">
            <a:spLocks noGrp="1"/>
          </p:cNvSpPr>
          <p:nvPr>
            <p:ph type="subTitle" idx="7"/>
          </p:nvPr>
        </p:nvSpPr>
        <p:spPr>
          <a:xfrm>
            <a:off x="1371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73" name="Google Shape;473;g3a4b118428f_1_1934"/>
          <p:cNvSpPr txBox="1">
            <a:spLocks noGrp="1"/>
          </p:cNvSpPr>
          <p:nvPr>
            <p:ph type="subTitle" idx="8"/>
          </p:nvPr>
        </p:nvSpPr>
        <p:spPr>
          <a:xfrm>
            <a:off x="8229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74" name="Google Shape;474;g3a4b118428f_1_1934"/>
          <p:cNvSpPr txBox="1">
            <a:spLocks noGrp="1"/>
          </p:cNvSpPr>
          <p:nvPr>
            <p:ph type="subTitle" idx="9"/>
          </p:nvPr>
        </p:nvSpPr>
        <p:spPr>
          <a:xfrm>
            <a:off x="15087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75" name="Google Shape;475;g3a4b118428f_1_1934"/>
          <p:cNvSpPr txBox="1">
            <a:spLocks noGrp="1"/>
          </p:cNvSpPr>
          <p:nvPr>
            <p:ph type="subTitle" idx="13"/>
          </p:nvPr>
        </p:nvSpPr>
        <p:spPr>
          <a:xfrm>
            <a:off x="21945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76" name="Google Shape;476;g3a4b118428f_1_1934"/>
          <p:cNvSpPr txBox="1">
            <a:spLocks noGrp="1"/>
          </p:cNvSpPr>
          <p:nvPr>
            <p:ph type="subTitle" idx="14"/>
          </p:nvPr>
        </p:nvSpPr>
        <p:spPr>
          <a:xfrm>
            <a:off x="28803600" y="5840100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 KV">
  <p:cSld name="Feature KV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4b118428f_1_1947"/>
          <p:cNvSpPr txBox="1">
            <a:spLocks noGrp="1"/>
          </p:cNvSpPr>
          <p:nvPr>
            <p:ph type="title"/>
          </p:nvPr>
        </p:nvSpPr>
        <p:spPr>
          <a:xfrm>
            <a:off x="1371600" y="7919095"/>
            <a:ext cx="15087600" cy="23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8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g3a4b118428f_1_1947"/>
          <p:cNvSpPr>
            <a:spLocks noGrp="1"/>
          </p:cNvSpPr>
          <p:nvPr>
            <p:ph type="pic" idx="2"/>
          </p:nvPr>
        </p:nvSpPr>
        <p:spPr>
          <a:xfrm>
            <a:off x="18712546" y="1371600"/>
            <a:ext cx="16459200" cy="178347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algn="bl" rotWithShape="0">
              <a:srgbClr val="575D95">
                <a:alpha val="60000"/>
              </a:srgbClr>
            </a:outerShdw>
          </a:effectLst>
        </p:spPr>
      </p:sp>
      <p:sp>
        <p:nvSpPr>
          <p:cNvPr id="480" name="Google Shape;480;g3a4b118428f_1_1947"/>
          <p:cNvSpPr txBox="1">
            <a:spLocks noGrp="1"/>
          </p:cNvSpPr>
          <p:nvPr>
            <p:ph type="subTitle" idx="1"/>
          </p:nvPr>
        </p:nvSpPr>
        <p:spPr>
          <a:xfrm>
            <a:off x="1371600" y="10515600"/>
            <a:ext cx="1508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Image">
  <p:cSld name="1 Image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4b118428f_1_1951"/>
          <p:cNvSpPr>
            <a:spLocks noGrp="1"/>
          </p:cNvSpPr>
          <p:nvPr>
            <p:ph type="pic" idx="2"/>
          </p:nvPr>
        </p:nvSpPr>
        <p:spPr>
          <a:xfrm>
            <a:off x="10160000" y="6857998"/>
            <a:ext cx="162561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83" name="Google Shape;483;g3a4b118428f_1_1951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484" name="Google Shape;484;g3a4b118428f_1_1951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85" name="Google Shape;485;g3a4b118428f_1_1951"/>
          <p:cNvSpPr txBox="1">
            <a:spLocks noGrp="1"/>
          </p:cNvSpPr>
          <p:nvPr>
            <p:ph type="subTitle" idx="3"/>
          </p:nvPr>
        </p:nvSpPr>
        <p:spPr>
          <a:xfrm>
            <a:off x="10160000" y="5840100"/>
            <a:ext cx="1625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">
  <p:cSld name="3 Image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4b118428f_1_1956"/>
          <p:cNvSpPr>
            <a:spLocks noGrp="1"/>
          </p:cNvSpPr>
          <p:nvPr>
            <p:ph type="pic" idx="2"/>
          </p:nvPr>
        </p:nvSpPr>
        <p:spPr>
          <a:xfrm>
            <a:off x="24231598" y="6857999"/>
            <a:ext cx="10972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88" name="Google Shape;488;g3a4b118428f_1_1956"/>
          <p:cNvSpPr>
            <a:spLocks noGrp="1"/>
          </p:cNvSpPr>
          <p:nvPr>
            <p:ph type="pic" idx="3"/>
          </p:nvPr>
        </p:nvSpPr>
        <p:spPr>
          <a:xfrm>
            <a:off x="12801598" y="6857999"/>
            <a:ext cx="10972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89" name="Google Shape;489;g3a4b118428f_1_1956"/>
          <p:cNvSpPr>
            <a:spLocks noGrp="1"/>
          </p:cNvSpPr>
          <p:nvPr>
            <p:ph type="pic" idx="4"/>
          </p:nvPr>
        </p:nvSpPr>
        <p:spPr>
          <a:xfrm>
            <a:off x="1371598" y="6857999"/>
            <a:ext cx="10972800" cy="9144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90" name="Google Shape;490;g3a4b118428f_1_1956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491" name="Google Shape;491;g3a4b118428f_1_1956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92" name="Google Shape;492;g3a4b118428f_1_1956"/>
          <p:cNvSpPr txBox="1">
            <a:spLocks noGrp="1"/>
          </p:cNvSpPr>
          <p:nvPr>
            <p:ph type="subTitle" idx="5"/>
          </p:nvPr>
        </p:nvSpPr>
        <p:spPr>
          <a:xfrm>
            <a:off x="137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93" name="Google Shape;493;g3a4b118428f_1_1956"/>
          <p:cNvSpPr txBox="1">
            <a:spLocks noGrp="1"/>
          </p:cNvSpPr>
          <p:nvPr>
            <p:ph type="subTitle" idx="6"/>
          </p:nvPr>
        </p:nvSpPr>
        <p:spPr>
          <a:xfrm>
            <a:off x="1280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94" name="Google Shape;494;g3a4b118428f_1_1956"/>
          <p:cNvSpPr txBox="1">
            <a:spLocks noGrp="1"/>
          </p:cNvSpPr>
          <p:nvPr>
            <p:ph type="subTitle" idx="7"/>
          </p:nvPr>
        </p:nvSpPr>
        <p:spPr>
          <a:xfrm>
            <a:off x="2423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Image">
  <p:cSld name="6 Image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4b118428f_1_1965"/>
          <p:cNvSpPr>
            <a:spLocks noGrp="1"/>
          </p:cNvSpPr>
          <p:nvPr>
            <p:ph type="pic" idx="2"/>
          </p:nvPr>
        </p:nvSpPr>
        <p:spPr>
          <a:xfrm>
            <a:off x="24231602" y="13075920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97" name="Google Shape;497;g3a4b118428f_1_1965"/>
          <p:cNvSpPr>
            <a:spLocks noGrp="1"/>
          </p:cNvSpPr>
          <p:nvPr>
            <p:ph type="pic" idx="3"/>
          </p:nvPr>
        </p:nvSpPr>
        <p:spPr>
          <a:xfrm>
            <a:off x="12801600" y="13075920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98" name="Google Shape;498;g3a4b118428f_1_1965"/>
          <p:cNvSpPr>
            <a:spLocks noGrp="1"/>
          </p:cNvSpPr>
          <p:nvPr>
            <p:ph type="pic" idx="4"/>
          </p:nvPr>
        </p:nvSpPr>
        <p:spPr>
          <a:xfrm>
            <a:off x="1371598" y="13075920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499" name="Google Shape;499;g3a4b118428f_1_1965"/>
          <p:cNvSpPr>
            <a:spLocks noGrp="1"/>
          </p:cNvSpPr>
          <p:nvPr>
            <p:ph type="pic" idx="5"/>
          </p:nvPr>
        </p:nvSpPr>
        <p:spPr>
          <a:xfrm>
            <a:off x="24231598" y="6857999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500" name="Google Shape;500;g3a4b118428f_1_1965"/>
          <p:cNvSpPr>
            <a:spLocks noGrp="1"/>
          </p:cNvSpPr>
          <p:nvPr>
            <p:ph type="pic" idx="6"/>
          </p:nvPr>
        </p:nvSpPr>
        <p:spPr>
          <a:xfrm>
            <a:off x="12801598" y="6857999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501" name="Google Shape;501;g3a4b118428f_1_1965"/>
          <p:cNvSpPr>
            <a:spLocks noGrp="1"/>
          </p:cNvSpPr>
          <p:nvPr>
            <p:ph type="pic" idx="7"/>
          </p:nvPr>
        </p:nvSpPr>
        <p:spPr>
          <a:xfrm>
            <a:off x="1371598" y="6857999"/>
            <a:ext cx="10972800" cy="4755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714375" dist="238125" dir="5400000" algn="t" rotWithShape="0">
              <a:srgbClr val="565D95">
                <a:alpha val="15000"/>
              </a:srgbClr>
            </a:outerShdw>
          </a:effectLst>
        </p:spPr>
      </p:sp>
      <p:sp>
        <p:nvSpPr>
          <p:cNvPr id="502" name="Google Shape;502;g3a4b118428f_1_1965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503" name="Google Shape;503;g3a4b118428f_1_1965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4" name="Google Shape;504;g3a4b118428f_1_1965"/>
          <p:cNvSpPr txBox="1">
            <a:spLocks noGrp="1"/>
          </p:cNvSpPr>
          <p:nvPr>
            <p:ph type="subTitle" idx="8"/>
          </p:nvPr>
        </p:nvSpPr>
        <p:spPr>
          <a:xfrm>
            <a:off x="137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5" name="Google Shape;505;g3a4b118428f_1_1965"/>
          <p:cNvSpPr txBox="1">
            <a:spLocks noGrp="1"/>
          </p:cNvSpPr>
          <p:nvPr>
            <p:ph type="subTitle" idx="9"/>
          </p:nvPr>
        </p:nvSpPr>
        <p:spPr>
          <a:xfrm>
            <a:off x="1280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6" name="Google Shape;506;g3a4b118428f_1_1965"/>
          <p:cNvSpPr txBox="1">
            <a:spLocks noGrp="1"/>
          </p:cNvSpPr>
          <p:nvPr>
            <p:ph type="subTitle" idx="13"/>
          </p:nvPr>
        </p:nvSpPr>
        <p:spPr>
          <a:xfrm>
            <a:off x="24231600" y="5840100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7" name="Google Shape;507;g3a4b118428f_1_1965"/>
          <p:cNvSpPr txBox="1">
            <a:spLocks noGrp="1"/>
          </p:cNvSpPr>
          <p:nvPr>
            <p:ph type="subTitle" idx="14"/>
          </p:nvPr>
        </p:nvSpPr>
        <p:spPr>
          <a:xfrm>
            <a:off x="12801600" y="12016325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8" name="Google Shape;508;g3a4b118428f_1_1965"/>
          <p:cNvSpPr txBox="1">
            <a:spLocks noGrp="1"/>
          </p:cNvSpPr>
          <p:nvPr>
            <p:ph type="subTitle" idx="15"/>
          </p:nvPr>
        </p:nvSpPr>
        <p:spPr>
          <a:xfrm>
            <a:off x="24231600" y="12016325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9" name="Google Shape;509;g3a4b118428f_1_1965"/>
          <p:cNvSpPr txBox="1">
            <a:spLocks noGrp="1"/>
          </p:cNvSpPr>
          <p:nvPr>
            <p:ph type="subTitle" idx="16"/>
          </p:nvPr>
        </p:nvSpPr>
        <p:spPr>
          <a:xfrm>
            <a:off x="1371600" y="12016325"/>
            <a:ext cx="10972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solidFill>
          <a:schemeClr val="dk1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4b118428f_1_1980"/>
          <p:cNvSpPr/>
          <p:nvPr/>
        </p:nvSpPr>
        <p:spPr>
          <a:xfrm>
            <a:off x="0" y="19202400"/>
            <a:ext cx="42978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E46962"/>
          </p15:clr>
        </p15:guide>
        <p15:guide id="2" pos="864">
          <p15:clr>
            <a:srgbClr val="E46962"/>
          </p15:clr>
        </p15:guide>
        <p15:guide id="3" pos="22176">
          <p15:clr>
            <a:srgbClr val="E46962"/>
          </p15:clr>
        </p15:guide>
        <p15:guide id="4" orient="horz" pos="12096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_1">
    <p:bg>
      <p:bgPr>
        <a:gradFill>
          <a:gsLst>
            <a:gs pos="0">
              <a:schemeClr val="dk1"/>
            </a:gs>
            <a:gs pos="70000">
              <a:schemeClr val="dk1"/>
            </a:gs>
            <a:gs pos="85000">
              <a:srgbClr val="EFFEFF"/>
            </a:gs>
            <a:gs pos="95000">
              <a:srgbClr val="DBEFFF"/>
            </a:gs>
            <a:gs pos="100000">
              <a:srgbClr val="DBEFFF"/>
            </a:gs>
          </a:gsLst>
          <a:lin ang="19200160" scaled="0"/>
        </a:gra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4b118428f_1_1982"/>
          <p:cNvSpPr txBox="1">
            <a:spLocks noGrp="1"/>
          </p:cNvSpPr>
          <p:nvPr>
            <p:ph type="title"/>
          </p:nvPr>
        </p:nvSpPr>
        <p:spPr>
          <a:xfrm>
            <a:off x="1371600" y="1371600"/>
            <a:ext cx="338328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Montserrat"/>
              <a:buNone/>
              <a:defRPr sz="8000" b="1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514" name="Google Shape;514;g3a4b118428f_1_1982"/>
          <p:cNvSpPr txBox="1">
            <a:spLocks noGrp="1"/>
          </p:cNvSpPr>
          <p:nvPr>
            <p:ph type="subTitle" idx="1"/>
          </p:nvPr>
        </p:nvSpPr>
        <p:spPr>
          <a:xfrm>
            <a:off x="1371600" y="2743200"/>
            <a:ext cx="3383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8.xml"/><Relationship Id="rId22" Type="http://schemas.openxmlformats.org/officeDocument/2006/relationships/theme" Target="../theme/theme2.xml"/><Relationship Id="rId23" Type="http://schemas.openxmlformats.org/officeDocument/2006/relationships/image" Target="../media/image12.jpg"/><Relationship Id="rId24" Type="http://schemas.openxmlformats.org/officeDocument/2006/relationships/image" Target="../media/image1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9.xml"/><Relationship Id="rId22" Type="http://schemas.openxmlformats.org/officeDocument/2006/relationships/theme" Target="../theme/theme3.xml"/><Relationship Id="rId23" Type="http://schemas.openxmlformats.org/officeDocument/2006/relationships/image" Target="../media/image12.jpg"/><Relationship Id="rId2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" name="Google Shape;11;p27"/>
          <p:cNvGrpSpPr/>
          <p:nvPr/>
        </p:nvGrpSpPr>
        <p:grpSpPr>
          <a:xfrm>
            <a:off x="36420552" y="19687535"/>
            <a:ext cx="155448" cy="889671"/>
            <a:chOff x="36420552" y="19687526"/>
            <a:chExt cx="155448" cy="889671"/>
          </a:xfrm>
        </p:grpSpPr>
        <p:sp>
          <p:nvSpPr>
            <p:cNvPr id="12" name="Google Shape;12;p27"/>
            <p:cNvSpPr/>
            <p:nvPr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rgbClr val="2091D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3"/>
                <a:buFont typeface="Arial"/>
                <a:buNone/>
              </a:pPr>
              <a:endPara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" name="Google Shape;13;p27"/>
            <p:cNvSpPr/>
            <p:nvPr/>
          </p:nvSpPr>
          <p:spPr>
            <a:xfrm>
              <a:off x="36420552" y="20133733"/>
              <a:ext cx="155448" cy="443464"/>
            </a:xfrm>
            <a:prstGeom prst="rect">
              <a:avLst/>
            </a:prstGeom>
            <a:solidFill>
              <a:srgbClr val="34C6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3"/>
                <a:buFont typeface="Arial"/>
                <a:buNone/>
              </a:pPr>
              <a:endParaRPr sz="3999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4" name="Google Shape;14;p27" descr="A logo with black letters&#10;&#10;Description automatically generated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3845456" y="19727906"/>
            <a:ext cx="2386605" cy="62756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a4b118428f_1_275" title="AOUSD_Styling Template_v3_nsv.jp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a4b118428f_1_275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2" name="Google Shape;242;g3a4b118428f_1_275" descr="A person in a blue shirt&#10;&#10;Description automatically generated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4">
          <p15:clr>
            <a:srgbClr val="E46962"/>
          </p15:clr>
        </p15:guide>
        <p15:guide id="2" orient="horz" pos="12096">
          <p15:clr>
            <a:srgbClr val="E46962"/>
          </p15:clr>
        </p15:guide>
        <p15:guide id="3" pos="864">
          <p15:clr>
            <a:srgbClr val="E46962"/>
          </p15:clr>
        </p15:guide>
        <p15:guide id="4" pos="22176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g3a4b118428f_1_1847" title="AOUSD_Styling Template_v3_nsv.jp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a4b118428f_1_1847"/>
          <p:cNvSpPr/>
          <p:nvPr/>
        </p:nvSpPr>
        <p:spPr>
          <a:xfrm>
            <a:off x="-1" y="20287997"/>
            <a:ext cx="2823210" cy="286004"/>
          </a:xfrm>
          <a:custGeom>
            <a:avLst/>
            <a:gdLst/>
            <a:ahLst/>
            <a:cxnLst/>
            <a:rect l="l" t="t" r="r" b="b"/>
            <a:pathLst>
              <a:path w="4572000" h="461297" extrusionOk="0">
                <a:moveTo>
                  <a:pt x="0" y="4097"/>
                </a:moveTo>
                <a:lnTo>
                  <a:pt x="4149905" y="0"/>
                </a:lnTo>
                <a:lnTo>
                  <a:pt x="4572000" y="461297"/>
                </a:lnTo>
                <a:lnTo>
                  <a:pt x="0" y="461297"/>
                </a:lnTo>
                <a:lnTo>
                  <a:pt x="0" y="40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0" name="Google Shape;380;g3a4b118428f_1_1847" descr="A person in a blue shirt&#10;&#10;Description automatically generated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292664" y="19129543"/>
            <a:ext cx="2997898" cy="7883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4">
          <p15:clr>
            <a:srgbClr val="E46962"/>
          </p15:clr>
        </p15:guide>
        <p15:guide id="2" orient="horz" pos="12096">
          <p15:clr>
            <a:srgbClr val="E46962"/>
          </p15:clr>
        </p15:guide>
        <p15:guide id="3" pos="864">
          <p15:clr>
            <a:srgbClr val="E46962"/>
          </p15:clr>
        </p15:guide>
        <p15:guide id="4" pos="22176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Separation of Concerns for Identifiers in USD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Aaron Luk  •  NVIDIA  •  Alliance for OpenUSD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spAutoFit/>
          </a:bodyPr>
          <a:lstStyle/>
          <a:p>
            <a: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System Has Its Own Notion of Identity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USD has one kind of identifier. The world has thousands.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 Revit ElementId. An IFC GlobalId. A PLM part number.</a:t>
            </a:r>
          </a:p>
          <a:p>
            <a:pPr/>
            <a:r>
              <a:t>An OPC UA NodeId. A shot-tracking database key.</a:t>
            </a:r>
          </a:p>
          <a:p>
            <a:pPr/>
            <a:r>
              <a:t>They all point at “the same thing” — but they don’t agree on what that thing is.</a:t>
            </a:r>
          </a:p>
          <a:p>
            <a:pPr/>
          </a:p>
          <a:p>
            <a:pPr/>
            <a:r>
              <a:t>USD namespace paths were never meant to carry all of this.</a:t>
            </a:r>
          </a:p>
          <a:p>
            <a:pPr/>
            <a:r>
              <a:t>And yet, today, there’s nowhere else to put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Not a Flaw in USD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 was never specific to USD — and nothing before USD could solve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Every scene graph and interchange format has struggled here</a:t>
            </a:r>
          </a:p>
          <a:p>
            <a:pPr/>
            <a:r>
              <a:t>USD is the first with the composition model, cross-industry adoption, and standards body to solve it properly</a:t>
            </a:r>
          </a:p>
          <a:p>
            <a:pPr/>
            <a:r>
              <a:t>The GUID debate? A symptom, not the disease.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spAutoFit/>
          </a:bodyPr>
          <a:lstStyle/>
          <a:p>
            <a:r>
              <a:t>The Separation of Concerns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3383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0" b="1">
                <a:solidFill>
                  <a:srgbClr val="000000"/>
                </a:solidFill>
                <a:latin typeface="Montserrat SemiBold"/>
              </a:defRPr>
            </a:pPr>
            <a:r>
              <a:t>Two Problems Are Being Conflated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3383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>
                <a:solidFill>
                  <a:srgbClr val="3F3F3F"/>
                </a:solidFill>
                <a:latin typeface="Montserrat"/>
              </a:defRPr>
            </a:pPr>
            <a:r>
              <a:t>Separating them changes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4572000" cy="109728"/>
          </a:xfrm>
          <a:prstGeom prst="rect">
            <a:avLst/>
          </a:prstGeom>
          <a:solidFill>
            <a:srgbClr val="56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15544800" cy="12801600"/>
          </a:xfrm>
          <a:prstGeom prst="roundRect">
            <a:avLst>
              <a:gd name="adj" fmla="val 2000"/>
            </a:avLst>
          </a:prstGeom>
          <a:solidFill>
            <a:srgbClr val="E8F0F8"/>
          </a:solidFill>
          <a:ln w="31750">
            <a:solidFill>
              <a:srgbClr val="56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5760720"/>
            <a:ext cx="14996160" cy="137160"/>
          </a:xfrm>
          <a:prstGeom prst="roundRect">
            <a:avLst>
              <a:gd name="adj" fmla="val 50000"/>
            </a:avLst>
          </a:prstGeom>
          <a:solidFill>
            <a:srgbClr val="56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6263640"/>
            <a:ext cx="1444752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0" b="1">
                <a:solidFill>
                  <a:srgbClr val="000000"/>
                </a:solidFill>
                <a:latin typeface="Montserrat SemiBold"/>
              </a:defRPr>
            </a:pPr>
            <a:r>
              <a:t>USD NAMESPACE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7818120"/>
            <a:ext cx="14447520" cy="10104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Unique per prim instance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Governed by grammar rules (XID)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Primary key for composition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Tied to position in hierarchy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0" y="5486400"/>
            <a:ext cx="15544800" cy="1280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1750">
            <a:solidFill>
              <a:srgbClr val="56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476720" y="5760720"/>
            <a:ext cx="14996160" cy="137160"/>
          </a:xfrm>
          <a:prstGeom prst="roundRect">
            <a:avLst>
              <a:gd name="adj" fmla="val 50000"/>
            </a:avLst>
          </a:prstGeom>
          <a:solidFill>
            <a:srgbClr val="56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51040" y="6263640"/>
            <a:ext cx="1444752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0" b="1">
                <a:solidFill>
                  <a:srgbClr val="000000"/>
                </a:solidFill>
                <a:latin typeface="Montserrat SemiBold"/>
              </a:defRPr>
            </a:pPr>
            <a:r>
              <a:t>SOURCE IDENTIFIER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0" y="7818120"/>
            <a:ext cx="14447520" cy="10104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May be shared across instances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Any characters, any format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Traceability, BOM, compliance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Survives renames and refactors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window is open — and closing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displayName is migrating into uiHints (UI Hints, implemented)</a:t>
            </a:r>
          </a:p>
          <a:p>
            <a:pPr/>
            <a:r>
              <a:t>Pipelines using it for source IDs face API breakage today</a:t>
            </a:r>
          </a:p>
          <a:p>
            <a:pPr/>
            <a:r>
              <a:t>Every month without a standard = more ad-hoc debt</a:t>
            </a:r>
          </a:p>
          <a:p>
            <a:pPr/>
            <a:r>
              <a:t>New industries are adopting USD faster than conventions can 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spAutoFit/>
          </a:bodyPr>
          <a:lstStyle/>
          <a:p>
            <a:r>
              <a:t>Cross-Industry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Shows Up Everywhere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Different domains, same gap — the common thread is traceability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pic>
        <p:nvPicPr>
          <p:cNvPr id="5" name="Picture 4" descr="m48-data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6310423"/>
            <a:ext cx="2743200" cy="2009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8961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ontserrat SemiBold"/>
              </a:defRPr>
            </a:pPr>
            <a:r>
              <a:t>AECO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0789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IFC GlobalIds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Classification codes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Revision workflows</a:t>
            </a:r>
          </a:p>
        </p:txBody>
      </p:sp>
      <p:pic>
        <p:nvPicPr>
          <p:cNvPr id="8" name="Picture 7" descr="m48-robot-manufac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6225" y="5943600"/>
            <a:ext cx="1996751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29800" y="8961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ontserrat SemiBold"/>
              </a:defRPr>
            </a:pPr>
            <a:r>
              <a:t>Manufacturing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0789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Part &amp; serial numbers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BOM traceability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Identity across processes</a:t>
            </a:r>
          </a:p>
        </p:txBody>
      </p:sp>
      <p:pic>
        <p:nvPicPr>
          <p:cNvPr id="11" name="Picture 10" descr="m48-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5283" y="5943600"/>
            <a:ext cx="2072234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516600" y="8961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ontserrat SemiBold"/>
              </a:defRPr>
            </a:pPr>
            <a:r>
              <a:t>Digital</a:t>
            </a:r>
            <a:br/>
            <a: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16600" y="10789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Equipment tags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OPC UA NodeIds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Telemetry bindings</a:t>
            </a:r>
          </a:p>
        </p:txBody>
      </p:sp>
      <p:pic>
        <p:nvPicPr>
          <p:cNvPr id="14" name="Picture 13" descr="m48-ren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4450" y="5943600"/>
            <a:ext cx="2687500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203400" y="8961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ontserrat SemiBold"/>
              </a:defRPr>
            </a:pPr>
            <a:r>
              <a:t>Media &amp;</a:t>
            </a:r>
            <a:br/>
            <a:r>
              <a:t>Entertainment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03400" y="10789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Asset database IDs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Shot &amp; sequence tracking</a:t>
            </a:r>
          </a:p>
          <a:p>
            <a:pPr algn="ctr">
              <a:spcAft>
                <a:spcPts val="600"/>
              </a:spcAft>
              <a:defRPr sz="3000">
                <a:solidFill>
                  <a:srgbClr val="3F3F3F"/>
                </a:solidFill>
                <a:latin typeface="Montserrat"/>
              </a:defRPr>
            </a:pPr>
            <a:r>
              <a:t>Production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Identity Is the Primary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Instance identity already works. Source identity doesn’t exist yet.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30 doors, same catalog number — unique prim paths, shared source identity</a:t>
            </a:r>
          </a:p>
          <a:p>
            <a:pPr/>
            <a:r>
              <a:t>Real objects carry identifiers from multiple systems simultaneously</a:t>
            </a:r>
          </a:p>
          <a:p>
            <a:pPr/>
            <a:r>
              <a:t>A chiller unit: PLM part number + IFC GlobalId + OPC UA NodeId</a:t>
            </a:r>
          </a:p>
          <a:p>
            <a:pPr/>
            <a:r>
              <a:t>This needs a mechanism keyed by domain, not a single field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spAutoFit/>
          </a:bodyPr>
          <a:lstStyle/>
          <a:p>
            <a:r>
              <a:t>Candidate Approaches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3383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0" b="1">
                <a:solidFill>
                  <a:srgbClr val="000000"/>
                </a:solidFill>
                <a:latin typeface="Montserrat SemiBold"/>
              </a:defRPr>
            </a:pPr>
            <a:r>
              <a:t>Approach A vs. Approach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3383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>
                <a:solidFill>
                  <a:srgbClr val="3F3F3F"/>
                </a:solidFill>
                <a:latin typeface="Montserrat"/>
              </a:defRPr>
            </a:pPr>
            <a:r>
              <a:t>Evaluating both before committing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4572000" cy="109728"/>
          </a:xfrm>
          <a:prstGeom prst="rect">
            <a:avLst/>
          </a:prstGeom>
          <a:solidFill>
            <a:srgbClr val="56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15544800" cy="13258800"/>
          </a:xfrm>
          <a:prstGeom prst="roundRect">
            <a:avLst>
              <a:gd name="adj" fmla="val 2000"/>
            </a:avLst>
          </a:prstGeom>
          <a:solidFill>
            <a:srgbClr val="E8F0F8"/>
          </a:solidFill>
          <a:ln w="31750">
            <a:solidFill>
              <a:srgbClr val="56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5760720"/>
            <a:ext cx="14996160" cy="137160"/>
          </a:xfrm>
          <a:prstGeom prst="roundRect">
            <a:avLst>
              <a:gd name="adj" fmla="val 50000"/>
            </a:avLst>
          </a:prstGeom>
          <a:solidFill>
            <a:srgbClr val="56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6263640"/>
            <a:ext cx="1444752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0" b="1">
                <a:solidFill>
                  <a:srgbClr val="000000"/>
                </a:solidFill>
                <a:latin typeface="Montserrat SemiBold"/>
              </a:defRPr>
            </a:pPr>
            <a:r>
              <a:t>EXTEND ASSETINFO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7818120"/>
            <a:ext cx="14447520" cy="1056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Stratified sub-dictionaries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✓  Existing composition semantics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✓  Low barrier to adoption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✓  Domains move independently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✗  Not in UsdPrimDefinition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✗  Dumping-ground risk (more acute)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0" y="5486400"/>
            <a:ext cx="15544800" cy="1325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1750">
            <a:solidFill>
              <a:srgbClr val="56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476720" y="5760720"/>
            <a:ext cx="14996160" cy="137160"/>
          </a:xfrm>
          <a:prstGeom prst="roundRect">
            <a:avLst>
              <a:gd name="adj" fmla="val 50000"/>
            </a:avLst>
          </a:prstGeom>
          <a:solidFill>
            <a:srgbClr val="56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51040" y="6263640"/>
            <a:ext cx="1444752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0" b="1">
                <a:solidFill>
                  <a:srgbClr val="000000"/>
                </a:solidFill>
                <a:latin typeface="Montserrat SemiBold"/>
              </a:defRPr>
            </a:pPr>
            <a:r>
              <a:t>LEVERAGE APPLIED SCHEMAS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0" y="7818120"/>
            <a:ext cx="14447520" cy="1056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Typed properties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✓  Full discoverability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✓  Schema versioning &amp; validation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✓  More rigorous structure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✗  Agreement on schema slows adoption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✗  Heterogeneous packages are hard</a:t>
            </a:r>
          </a:p>
          <a:p>
            <a:pPr>
              <a:spcAft>
                <a:spcPts val="1400"/>
              </a:spcAft>
              <a:defRPr sz="5600">
                <a:solidFill>
                  <a:srgbClr val="3F3F3F"/>
                </a:solidFill>
                <a:latin typeface="Montserrat"/>
              </a:defRPr>
            </a:pPr>
            <a:r>
              <a:t>✗  Requires distributing plugins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Hard Part Isn’t Technical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approaches require curation — and curation slows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No one wants to wait for consensus before proving what works</a:t>
            </a:r>
          </a:p>
          <a:p>
            <a:pPr/>
            <a:r>
              <a:t>The design must let domains move independently…</a:t>
            </a:r>
          </a:p>
          <a:p>
            <a:pPr/>
            <a:r>
              <a:t>…while still converging on interoperable conventions over time</a:t>
            </a:r>
          </a:p>
          <a:p>
            <a:pPr/>
          </a:p>
          <a:p>
            <a:pPr/>
            <a:r>
              <a:t>AI can help derive linkages across uncurated identifiers —</a:t>
            </a:r>
          </a:p>
          <a:p>
            <a:pPr/>
            <a:r>
              <a:t>but only human agreement makes the answer verifiable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3383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0" b="1">
                <a:solidFill>
                  <a:srgbClr val="000000"/>
                </a:solidFill>
                <a:latin typeface="Montserrat SemiBold"/>
              </a:defRPr>
            </a:pPr>
            <a: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3383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>
                <a:solidFill>
                  <a:srgbClr val="3F3F3F"/>
                </a:solidFill>
                <a:latin typeface="Montserrat"/>
              </a:defRPr>
            </a:pPr>
            <a:r>
              <a:t>Seven guardrails for the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4572000" cy="109728"/>
          </a:xfrm>
          <a:prstGeom prst="rect">
            <a:avLst/>
          </a:prstGeom>
          <a:solidFill>
            <a:srgbClr val="56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5486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 w="25400">
            <a:solidFill>
              <a:srgbClr val="BB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5852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65D95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71323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3F3F3F"/>
                </a:solidFill>
              </a:defRPr>
            </a:pPr>
            <a:r>
              <a:t>Separation</a:t>
            </a:r>
            <a:br/>
            <a:r>
              <a:t>of concerns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07040" y="5486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B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5852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65D95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71323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3F3F3F"/>
                </a:solidFill>
              </a:defRPr>
            </a:pPr>
            <a:r>
              <a:t>Industry</a:t>
            </a:r>
            <a:br/>
            <a:r>
              <a:t>agnosticism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653760" y="5486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 w="25400">
            <a:solidFill>
              <a:srgbClr val="BB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0" y="5852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65D95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0" y="71323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3F3F3F"/>
                </a:solidFill>
              </a:defRPr>
            </a:pPr>
            <a:r>
              <a:t>Composability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00480" y="5486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B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0" y="5852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65D95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0" y="71323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3F3F3F"/>
                </a:solidFill>
              </a:defRPr>
            </a:pPr>
            <a:r>
              <a:t>Discoverability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170432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B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20700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65D95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335024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3F3F3F"/>
                </a:solidFill>
              </a:defRPr>
            </a:pPr>
            <a:r>
              <a:t>External</a:t>
            </a:r>
            <a:br/>
            <a:r>
              <a:t>queryability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0" y="1170432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 w="25400">
            <a:solidFill>
              <a:srgbClr val="BB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0" y="120700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65D95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0" y="1335024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3F3F3F"/>
                </a:solidFill>
              </a:defRPr>
            </a:pPr>
            <a:r>
              <a:t>Round-trip</a:t>
            </a:r>
            <a:br/>
            <a:r>
              <a:t>fidelity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677120" y="1170432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B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677120" y="120700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565D95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77120" y="1335024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3F3F3F"/>
                </a:solidFill>
              </a:defRPr>
            </a:pPr>
            <a:r>
              <a:t>Minimal</a:t>
            </a:r>
            <a:br/>
            <a:r>
              <a:t>disruption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spAutoFit/>
          </a:bodyPr>
          <a:lstStyle/>
          <a:p>
            <a:r>
              <a:t>What’s Next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Consensus at every step — stakeholder engagement accelerates the 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1. Submit as PR to OpenUSD-proposals</a:t>
            </a:r>
          </a:p>
          <a:p>
            <a:pPr/>
            <a:r>
              <a:t>2. Align on the problem statement across industries</a:t>
            </a:r>
          </a:p>
          <a:p>
            <a:pPr/>
            <a:r>
              <a:t>3. Gather additional use cases</a:t>
            </a:r>
          </a:p>
          <a:p>
            <a:pPr/>
            <a:r>
              <a:t>4. Evaluate Approach A vs. B (or hybrid)</a:t>
            </a:r>
          </a:p>
          <a:p>
            <a:pPr/>
            <a:r>
              <a:t>5. Draft a solution proposal with mechanism, semantics, and API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2_Title Only">
  <a:themeElements>
    <a:clrScheme name="Custom 3">
      <a:dk1>
        <a:srgbClr val="000000"/>
      </a:dk1>
      <a:lt1>
        <a:srgbClr val="FFFFFF"/>
      </a:lt1>
      <a:dk2>
        <a:srgbClr val="034A90"/>
      </a:dk2>
      <a:lt2>
        <a:srgbClr val="F2F2F2"/>
      </a:lt2>
      <a:accent1>
        <a:srgbClr val="DBDBDB"/>
      </a:accent1>
      <a:accent2>
        <a:srgbClr val="25A6D9"/>
      </a:accent2>
      <a:accent3>
        <a:srgbClr val="7ED1F2"/>
      </a:accent3>
      <a:accent4>
        <a:srgbClr val="80DDF2"/>
      </a:accent4>
      <a:accent5>
        <a:srgbClr val="5B9BD5"/>
      </a:accent5>
      <a:accent6>
        <a:srgbClr val="034A90"/>
      </a:accent6>
      <a:hlink>
        <a:srgbClr val="0563C1"/>
      </a:hlink>
      <a:folHlink>
        <a:srgbClr val="323F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OUSD 2025 Google Slides Template">
  <a:themeElements>
    <a:clrScheme name="Simple Light">
      <a:dk1>
        <a:srgbClr val="000000"/>
      </a:dk1>
      <a:lt1>
        <a:srgbClr val="FFFFFF"/>
      </a:lt1>
      <a:dk2>
        <a:srgbClr val="0077CF"/>
      </a:dk2>
      <a:lt2>
        <a:srgbClr val="68CFF8"/>
      </a:lt2>
      <a:accent1>
        <a:srgbClr val="DBDBDB"/>
      </a:accent1>
      <a:accent2>
        <a:srgbClr val="26A6D9"/>
      </a:accent2>
      <a:accent3>
        <a:srgbClr val="7FD1F2"/>
      </a:accent3>
      <a:accent4>
        <a:srgbClr val="7FDDF1"/>
      </a:accent4>
      <a:accent5>
        <a:srgbClr val="5B9BD5"/>
      </a:accent5>
      <a:accent6>
        <a:srgbClr val="034A8F"/>
      </a:accent6>
      <a:hlink>
        <a:srgbClr val="555B8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OUSD 2025 Google Slides Template">
  <a:themeElements>
    <a:clrScheme name="Simple Light">
      <a:dk1>
        <a:srgbClr val="000000"/>
      </a:dk1>
      <a:lt1>
        <a:srgbClr val="FFFFFF"/>
      </a:lt1>
      <a:dk2>
        <a:srgbClr val="0077CF"/>
      </a:dk2>
      <a:lt2>
        <a:srgbClr val="68CFF8"/>
      </a:lt2>
      <a:accent1>
        <a:srgbClr val="9EDCF2"/>
      </a:accent1>
      <a:accent2>
        <a:srgbClr val="8F9FFE"/>
      </a:accent2>
      <a:accent3>
        <a:srgbClr val="BF9FFE"/>
      </a:accent3>
      <a:accent4>
        <a:srgbClr val="E7E8F1"/>
      </a:accent4>
      <a:accent5>
        <a:srgbClr val="FFFF00"/>
      </a:accent5>
      <a:accent6>
        <a:srgbClr val="FF9900"/>
      </a:accent6>
      <a:hlink>
        <a:srgbClr val="555B8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1453</Words>
  <Application>Microsoft Macintosh PowerPoint</Application>
  <PresentationFormat>Custom</PresentationFormat>
  <Paragraphs>236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Montserrat</vt:lpstr>
      <vt:lpstr>Trebuchet MS</vt:lpstr>
      <vt:lpstr>Noto Sans Symbols</vt:lpstr>
      <vt:lpstr>Montserrat Light</vt:lpstr>
      <vt:lpstr>Arial</vt:lpstr>
      <vt:lpstr>Montserrat SemiBold</vt:lpstr>
      <vt:lpstr>Poppins</vt:lpstr>
      <vt:lpstr>NVIDIA Sans</vt:lpstr>
      <vt:lpstr>Calibri</vt:lpstr>
      <vt:lpstr>Montserrat Medium</vt:lpstr>
      <vt:lpstr>2_Title Only</vt:lpstr>
      <vt:lpstr>AOUSD 2025 Google Slides Template</vt:lpstr>
      <vt:lpstr>AOUSD 2025 Google Slides Template</vt:lpstr>
      <vt:lpstr>Alliance for OpenUSD</vt:lpstr>
      <vt:lpstr>The Alliance for OpenUSD</vt:lpstr>
      <vt:lpstr>OpenUSD</vt:lpstr>
      <vt:lpstr>What Is OpenUSD?</vt:lpstr>
      <vt:lpstr>More Than Just a File Format </vt:lpstr>
      <vt:lpstr>Members</vt:lpstr>
      <vt:lpstr>Founding Members</vt:lpstr>
      <vt:lpstr>Founding Members</vt:lpstr>
      <vt:lpstr>General Members</vt:lpstr>
      <vt:lpstr>Why Open Standards</vt:lpstr>
      <vt:lpstr>Why the Joint Development Foundation? </vt:lpstr>
      <vt:lpstr>Our Mission</vt:lpstr>
      <vt:lpstr>Alliance Deliverables</vt:lpstr>
      <vt:lpstr>Working Groups</vt:lpstr>
      <vt:lpstr>Interest Groups</vt:lpstr>
      <vt:lpstr>Committee and Group Leadership</vt:lpstr>
      <vt:lpstr>Interest Groups</vt:lpstr>
      <vt:lpstr>Commitment to Our Ecosystem </vt:lpstr>
      <vt:lpstr>Partners</vt:lpstr>
      <vt:lpstr>Membership</vt:lpstr>
      <vt:lpstr>Interest Group Contributor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Madison Huang</dc:creator>
  <cp:lastModifiedBy>Pomi Lee</cp:lastModifiedBy>
  <cp:revision>1</cp:revision>
  <dcterms:created xsi:type="dcterms:W3CDTF">2023-05-31T14:47:15Z</dcterms:created>
  <dcterms:modified xsi:type="dcterms:W3CDTF">2026-01-07T17:02:57Z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0x010100E079A8286F05694C88A25A78F06B2EC3</vt:lpwstr>
  </property>
</Properties>
</file>